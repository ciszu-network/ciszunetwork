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</p:sldIdLst>
  <p:sldSz cx="7556500" cy="10693400"/>
  <p:notesSz cx="6858000" cy="9144000"/>
  <p:embeddedFontLst>
    <p:embeddedFont>
      <p:font typeface="Poppins Medium" charset="1" panose="00000600000000000000"/>
      <p:regular r:id="rId9"/>
    </p:embeddedFont>
    <p:embeddedFont>
      <p:font typeface="Poppins Bold" charset="1" panose="00000800000000000000"/>
      <p:regular r:id="rId10"/>
    </p:embeddedFont>
    <p:embeddedFont>
      <p:font typeface="Poppins" charset="1" panose="00000500000000000000"/>
      <p:regular r:id="rId11"/>
    </p:embeddedFont>
    <p:embeddedFont>
      <p:font typeface="Poppins Medium Italics" charset="1" panose="00000600000000000000"/>
      <p:regular r:id="rId12"/>
    </p:embeddedFont>
    <p:embeddedFont>
      <p:font typeface="Poppins Bold Italics" charset="1" panose="00000800000000000000"/>
      <p:regular r:id="rId13"/>
    </p:embeddedFont>
    <p:embeddedFont>
      <p:font typeface="Liberation Sans Bold Italics" charset="1" panose="020B0704020202090204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18" Target="../media/image17.png" Type="http://schemas.openxmlformats.org/officeDocument/2006/relationships/image"/><Relationship Id="rId19" Target="../media/image18.svg" Type="http://schemas.openxmlformats.org/officeDocument/2006/relationships/image"/><Relationship Id="rId2" Target="../media/image1.jpeg" Type="http://schemas.openxmlformats.org/officeDocument/2006/relationships/image"/><Relationship Id="rId20" Target="../media/image19.png" Type="http://schemas.openxmlformats.org/officeDocument/2006/relationships/image"/><Relationship Id="rId21" Target="../media/image20.png" Type="http://schemas.openxmlformats.org/officeDocument/2006/relationships/image"/><Relationship Id="rId22" Target="../media/image21.svg" Type="http://schemas.openxmlformats.org/officeDocument/2006/relationships/image"/><Relationship Id="rId23" Target="mailto:fplayersoffcial@gmail.com" TargetMode="External" Type="http://schemas.openxmlformats.org/officeDocument/2006/relationships/hyperlink"/><Relationship Id="rId24" Target="mailto:fplayersoffcial@gmail.com" TargetMode="External" Type="http://schemas.openxmlformats.org/officeDocument/2006/relationships/hyperlink"/><Relationship Id="rId25" Target="https://www.linkedin.com/in/ciszukoantony" TargetMode="External" Type="http://schemas.openxmlformats.org/officeDocument/2006/relationships/hyperlink"/><Relationship Id="rId26" Target="https://www.linkedin.com/in/ciszukoantony" TargetMode="External" Type="http://schemas.openxmlformats.org/officeDocument/2006/relationships/hyperlink"/><Relationship Id="rId27" Target="https://www.linkedin.com/in/ciszukoantony" TargetMode="External" Type="http://schemas.openxmlformats.org/officeDocument/2006/relationships/hyperlink"/><Relationship Id="rId28" Target="https://www.linkedin.com/in/ciszukoantony" TargetMode="External" Type="http://schemas.openxmlformats.org/officeDocument/2006/relationships/hyperlink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embeddings/oleObject1.bin" Type="http://schemas.openxmlformats.org/officeDocument/2006/relationships/oleObject"/><Relationship Id="rId4" Target="../media/image23.png" Type="http://schemas.openxmlformats.org/officeDocument/2006/relationships/image"/><Relationship Id="rId5" Target="../media/image2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26.png" Type="http://schemas.openxmlformats.org/officeDocument/2006/relationships/image"/><Relationship Id="rId4" Target="../media/image27.png" Type="http://schemas.openxmlformats.org/officeDocument/2006/relationships/image"/><Relationship Id="rId5" Target="../media/image28.svg" Type="http://schemas.openxmlformats.org/officeDocument/2006/relationships/image"/><Relationship Id="rId6" Target="../media/image29.png" Type="http://schemas.openxmlformats.org/officeDocument/2006/relationships/image"/><Relationship Id="rId7" Target="../media/image30.svg" Type="http://schemas.openxmlformats.org/officeDocument/2006/relationships/image"/><Relationship Id="rId8" Target="../media/image31.png" Type="http://schemas.openxmlformats.org/officeDocument/2006/relationships/image"/><Relationship Id="rId9" Target="../media/image3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437671" y="1006822"/>
            <a:ext cx="2218057" cy="2218057"/>
            <a:chOff x="0" y="0"/>
            <a:chExt cx="1088390" cy="10883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8390" cy="1088390"/>
            </a:xfrm>
            <a:custGeom>
              <a:avLst/>
              <a:gdLst/>
              <a:ahLst/>
              <a:cxnLst/>
              <a:rect r="r" b="b" t="t" l="l"/>
              <a:pathLst>
                <a:path h="1088390" w="1088390">
                  <a:moveTo>
                    <a:pt x="467387" y="0"/>
                  </a:moveTo>
                  <a:lnTo>
                    <a:pt x="621003" y="0"/>
                  </a:lnTo>
                  <a:cubicBezTo>
                    <a:pt x="744962" y="0"/>
                    <a:pt x="863843" y="49242"/>
                    <a:pt x="951495" y="136895"/>
                  </a:cubicBezTo>
                  <a:cubicBezTo>
                    <a:pt x="1039148" y="224547"/>
                    <a:pt x="1088390" y="343428"/>
                    <a:pt x="1088390" y="467387"/>
                  </a:cubicBezTo>
                  <a:lnTo>
                    <a:pt x="1088390" y="621003"/>
                  </a:lnTo>
                  <a:cubicBezTo>
                    <a:pt x="1088390" y="744962"/>
                    <a:pt x="1039148" y="863843"/>
                    <a:pt x="951495" y="951495"/>
                  </a:cubicBezTo>
                  <a:cubicBezTo>
                    <a:pt x="863843" y="1039148"/>
                    <a:pt x="744962" y="1088390"/>
                    <a:pt x="621003" y="1088390"/>
                  </a:cubicBezTo>
                  <a:lnTo>
                    <a:pt x="467387" y="1088390"/>
                  </a:lnTo>
                  <a:cubicBezTo>
                    <a:pt x="343428" y="1088390"/>
                    <a:pt x="224547" y="1039148"/>
                    <a:pt x="136895" y="951495"/>
                  </a:cubicBezTo>
                  <a:cubicBezTo>
                    <a:pt x="49242" y="863843"/>
                    <a:pt x="0" y="744962"/>
                    <a:pt x="0" y="621003"/>
                  </a:cubicBezTo>
                  <a:lnTo>
                    <a:pt x="0" y="467387"/>
                  </a:lnTo>
                  <a:cubicBezTo>
                    <a:pt x="0" y="343428"/>
                    <a:pt x="49242" y="224547"/>
                    <a:pt x="136895" y="136895"/>
                  </a:cubicBezTo>
                  <a:cubicBezTo>
                    <a:pt x="224547" y="49242"/>
                    <a:pt x="343428" y="0"/>
                    <a:pt x="467387" y="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  <a:ln w="66675" cap="rnd">
              <a:gradFill>
                <a:gsLst>
                  <a:gs pos="0">
                    <a:srgbClr val="7FFAFF">
                      <a:alpha val="100000"/>
                    </a:srgbClr>
                  </a:gs>
                  <a:gs pos="100000">
                    <a:srgbClr val="4C2FFD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381000" y="756000"/>
            <a:ext cx="6798059" cy="50797"/>
            <a:chOff x="0" y="0"/>
            <a:chExt cx="6798056" cy="50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798056" cy="50800"/>
            </a:xfrm>
            <a:custGeom>
              <a:avLst/>
              <a:gdLst/>
              <a:ahLst/>
              <a:cxnLst/>
              <a:rect r="r" b="b" t="t" l="l"/>
              <a:pathLst>
                <a:path h="50800" w="6798056">
                  <a:moveTo>
                    <a:pt x="25400" y="0"/>
                  </a:moveTo>
                  <a:lnTo>
                    <a:pt x="6772656" y="0"/>
                  </a:lnTo>
                  <a:cubicBezTo>
                    <a:pt x="6779393" y="0"/>
                    <a:pt x="6785853" y="2676"/>
                    <a:pt x="6790617" y="7439"/>
                  </a:cubicBezTo>
                  <a:cubicBezTo>
                    <a:pt x="6795381" y="12203"/>
                    <a:pt x="6798056" y="18664"/>
                    <a:pt x="6798056" y="25400"/>
                  </a:cubicBezTo>
                  <a:lnTo>
                    <a:pt x="6798056" y="25400"/>
                  </a:lnTo>
                  <a:cubicBezTo>
                    <a:pt x="6798056" y="39428"/>
                    <a:pt x="6786684" y="50800"/>
                    <a:pt x="67726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387029" y="3646905"/>
            <a:ext cx="6798059" cy="50797"/>
            <a:chOff x="0" y="0"/>
            <a:chExt cx="6798056" cy="50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798056" cy="50800"/>
            </a:xfrm>
            <a:custGeom>
              <a:avLst/>
              <a:gdLst/>
              <a:ahLst/>
              <a:cxnLst/>
              <a:rect r="r" b="b" t="t" l="l"/>
              <a:pathLst>
                <a:path h="50800" w="6798056">
                  <a:moveTo>
                    <a:pt x="25400" y="0"/>
                  </a:moveTo>
                  <a:lnTo>
                    <a:pt x="6772656" y="0"/>
                  </a:lnTo>
                  <a:cubicBezTo>
                    <a:pt x="6779393" y="0"/>
                    <a:pt x="6785853" y="2676"/>
                    <a:pt x="6790617" y="7439"/>
                  </a:cubicBezTo>
                  <a:cubicBezTo>
                    <a:pt x="6795381" y="12203"/>
                    <a:pt x="6798056" y="18664"/>
                    <a:pt x="6798056" y="25400"/>
                  </a:cubicBezTo>
                  <a:lnTo>
                    <a:pt x="6798056" y="25400"/>
                  </a:lnTo>
                  <a:cubicBezTo>
                    <a:pt x="6798056" y="39428"/>
                    <a:pt x="6786684" y="50800"/>
                    <a:pt x="67726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356464" y="2115850"/>
            <a:ext cx="193868" cy="191930"/>
          </a:xfrm>
          <a:custGeom>
            <a:avLst/>
            <a:gdLst/>
            <a:ahLst/>
            <a:cxnLst/>
            <a:rect r="r" b="b" t="t" l="l"/>
            <a:pathLst>
              <a:path h="191930" w="193868">
                <a:moveTo>
                  <a:pt x="0" y="0"/>
                </a:moveTo>
                <a:lnTo>
                  <a:pt x="193869" y="0"/>
                </a:lnTo>
                <a:lnTo>
                  <a:pt x="193869" y="191930"/>
                </a:lnTo>
                <a:lnTo>
                  <a:pt x="0" y="1919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53410" y="2307780"/>
            <a:ext cx="199977" cy="199977"/>
          </a:xfrm>
          <a:custGeom>
            <a:avLst/>
            <a:gdLst/>
            <a:ahLst/>
            <a:cxnLst/>
            <a:rect r="r" b="b" t="t" l="l"/>
            <a:pathLst>
              <a:path h="199977" w="199977">
                <a:moveTo>
                  <a:pt x="0" y="0"/>
                </a:moveTo>
                <a:lnTo>
                  <a:pt x="199977" y="0"/>
                </a:lnTo>
                <a:lnTo>
                  <a:pt x="199977" y="199977"/>
                </a:lnTo>
                <a:lnTo>
                  <a:pt x="0" y="1999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59795" y="2677880"/>
            <a:ext cx="187206" cy="187206"/>
          </a:xfrm>
          <a:custGeom>
            <a:avLst/>
            <a:gdLst/>
            <a:ahLst/>
            <a:cxnLst/>
            <a:rect r="r" b="b" t="t" l="l"/>
            <a:pathLst>
              <a:path h="187206" w="187206">
                <a:moveTo>
                  <a:pt x="0" y="0"/>
                </a:moveTo>
                <a:lnTo>
                  <a:pt x="187207" y="0"/>
                </a:lnTo>
                <a:lnTo>
                  <a:pt x="187207" y="187207"/>
                </a:lnTo>
                <a:lnTo>
                  <a:pt x="0" y="1872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355830" y="1558095"/>
            <a:ext cx="195136" cy="195136"/>
          </a:xfrm>
          <a:custGeom>
            <a:avLst/>
            <a:gdLst/>
            <a:ahLst/>
            <a:cxnLst/>
            <a:rect r="r" b="b" t="t" l="l"/>
            <a:pathLst>
              <a:path h="195136" w="195136">
                <a:moveTo>
                  <a:pt x="0" y="0"/>
                </a:moveTo>
                <a:lnTo>
                  <a:pt x="195137" y="0"/>
                </a:lnTo>
                <a:lnTo>
                  <a:pt x="195137" y="195136"/>
                </a:lnTo>
                <a:lnTo>
                  <a:pt x="0" y="19513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58186" y="1926855"/>
            <a:ext cx="190425" cy="190425"/>
          </a:xfrm>
          <a:custGeom>
            <a:avLst/>
            <a:gdLst/>
            <a:ahLst/>
            <a:cxnLst/>
            <a:rect r="r" b="b" t="t" l="l"/>
            <a:pathLst>
              <a:path h="190425" w="190425">
                <a:moveTo>
                  <a:pt x="0" y="0"/>
                </a:moveTo>
                <a:lnTo>
                  <a:pt x="190425" y="0"/>
                </a:lnTo>
                <a:lnTo>
                  <a:pt x="190425" y="190425"/>
                </a:lnTo>
                <a:lnTo>
                  <a:pt x="0" y="19042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58786" y="1736200"/>
            <a:ext cx="189225" cy="189225"/>
          </a:xfrm>
          <a:custGeom>
            <a:avLst/>
            <a:gdLst/>
            <a:ahLst/>
            <a:cxnLst/>
            <a:rect r="r" b="b" t="t" l="l"/>
            <a:pathLst>
              <a:path h="189225" w="189225">
                <a:moveTo>
                  <a:pt x="0" y="0"/>
                </a:moveTo>
                <a:lnTo>
                  <a:pt x="189225" y="0"/>
                </a:lnTo>
                <a:lnTo>
                  <a:pt x="189225" y="189225"/>
                </a:lnTo>
                <a:lnTo>
                  <a:pt x="0" y="18922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359720" y="2507757"/>
            <a:ext cx="187357" cy="187357"/>
          </a:xfrm>
          <a:custGeom>
            <a:avLst/>
            <a:gdLst/>
            <a:ahLst/>
            <a:cxnLst/>
            <a:rect r="r" b="b" t="t" l="l"/>
            <a:pathLst>
              <a:path h="187357" w="187357">
                <a:moveTo>
                  <a:pt x="0" y="0"/>
                </a:moveTo>
                <a:lnTo>
                  <a:pt x="187357" y="0"/>
                </a:lnTo>
                <a:lnTo>
                  <a:pt x="187357" y="187357"/>
                </a:lnTo>
                <a:lnTo>
                  <a:pt x="0" y="18735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53249" y="2886209"/>
            <a:ext cx="200299" cy="171256"/>
          </a:xfrm>
          <a:custGeom>
            <a:avLst/>
            <a:gdLst/>
            <a:ahLst/>
            <a:cxnLst/>
            <a:rect r="r" b="b" t="t" l="l"/>
            <a:pathLst>
              <a:path h="171256" w="200299">
                <a:moveTo>
                  <a:pt x="0" y="0"/>
                </a:moveTo>
                <a:lnTo>
                  <a:pt x="200299" y="0"/>
                </a:lnTo>
                <a:lnTo>
                  <a:pt x="200299" y="171256"/>
                </a:lnTo>
                <a:lnTo>
                  <a:pt x="0" y="17125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355165" y="3057465"/>
            <a:ext cx="196468" cy="196468"/>
          </a:xfrm>
          <a:custGeom>
            <a:avLst/>
            <a:gdLst/>
            <a:ahLst/>
            <a:cxnLst/>
            <a:rect r="r" b="b" t="t" l="l"/>
            <a:pathLst>
              <a:path h="196468" w="196468">
                <a:moveTo>
                  <a:pt x="0" y="0"/>
                </a:moveTo>
                <a:lnTo>
                  <a:pt x="196467" y="0"/>
                </a:lnTo>
                <a:lnTo>
                  <a:pt x="196467" y="196468"/>
                </a:lnTo>
                <a:lnTo>
                  <a:pt x="0" y="196468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381000" y="4096086"/>
            <a:ext cx="6742557" cy="2397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strike="noStrike" u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    Soy un apasionado de la programación Full-Stack, las artes digitales, la creación de contenido y la Aptitudes principales gestión de servidores. Construyo webs, bots, juegos y herramientas</a:t>
            </a:r>
          </a:p>
          <a:p>
            <a:pPr algn="l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strike="noStrike" u="non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sobre un monorepo propio con Next.js, TypeScript, Python y Supabase. Estoy aquí para compartir mis habilidades y experiencias que me permiten ofrecer resultados de alta calidad en cada proyecto. Desarrollo soluciones eficientes y efectivas, adaptadas a las necesidades de cada cliente. Combino mis habilidades artísticas con la tecnología para crear contenido atractivo y original. Tengo experiencia en la administración y optimización de servidores, asegurando un rendimiento óptimo y una experiencia fluida para los usuarios. Estoy comprometido en realizar un trabajo excepcional y en colaborar para alcanzar los objetivos de cada proyecto. Utilizo herramientas profesionales de suites gigantes como las de Google, Microsoft, Adobe, Affinity, Corel, edicion con DaVinci, Filmora y CapCut, musica con FL Studio y mi IDE es Visual Studio Code. MI objetivo es ser Ingeniero de Informacion y Sistemas, especializado en full-stack de WebApps, UI/UX, analisis de datos, bases de datos, testing y pentesting.</a:t>
            </a:r>
          </a:p>
          <a:p>
            <a:pPr algn="l" marL="0" indent="0" lvl="0">
              <a:lnSpc>
                <a:spcPts val="1374"/>
              </a:lnSpc>
              <a:spcBef>
                <a:spcPct val="0"/>
              </a:spcBef>
            </a:pPr>
          </a:p>
        </p:txBody>
      </p:sp>
      <p:grpSp>
        <p:nvGrpSpPr>
          <p:cNvPr name="Group 18" id="18"/>
          <p:cNvGrpSpPr/>
          <p:nvPr/>
        </p:nvGrpSpPr>
        <p:grpSpPr>
          <a:xfrm rot="0">
            <a:off x="491499" y="9369040"/>
            <a:ext cx="6798059" cy="50797"/>
            <a:chOff x="0" y="0"/>
            <a:chExt cx="6798056" cy="50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798056" cy="50800"/>
            </a:xfrm>
            <a:custGeom>
              <a:avLst/>
              <a:gdLst/>
              <a:ahLst/>
              <a:cxnLst/>
              <a:rect r="r" b="b" t="t" l="l"/>
              <a:pathLst>
                <a:path h="50800" w="6798056">
                  <a:moveTo>
                    <a:pt x="25400" y="0"/>
                  </a:moveTo>
                  <a:lnTo>
                    <a:pt x="6772656" y="0"/>
                  </a:lnTo>
                  <a:cubicBezTo>
                    <a:pt x="6779393" y="0"/>
                    <a:pt x="6785853" y="2676"/>
                    <a:pt x="6790617" y="7439"/>
                  </a:cubicBezTo>
                  <a:cubicBezTo>
                    <a:pt x="6795381" y="12203"/>
                    <a:pt x="6798056" y="18664"/>
                    <a:pt x="6798056" y="25400"/>
                  </a:cubicBezTo>
                  <a:lnTo>
                    <a:pt x="6798056" y="25400"/>
                  </a:lnTo>
                  <a:cubicBezTo>
                    <a:pt x="6798056" y="39428"/>
                    <a:pt x="6786684" y="50800"/>
                    <a:pt x="67726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sp>
        <p:nvSpPr>
          <p:cNvPr name="Freeform 20" id="20"/>
          <p:cNvSpPr/>
          <p:nvPr/>
        </p:nvSpPr>
        <p:spPr>
          <a:xfrm flipH="false" flipV="false" rot="291294">
            <a:off x="2473874" y="9630610"/>
            <a:ext cx="724992" cy="857979"/>
          </a:xfrm>
          <a:custGeom>
            <a:avLst/>
            <a:gdLst/>
            <a:ahLst/>
            <a:cxnLst/>
            <a:rect r="r" b="b" t="t" l="l"/>
            <a:pathLst>
              <a:path h="857979" w="724992">
                <a:moveTo>
                  <a:pt x="0" y="0"/>
                </a:moveTo>
                <a:lnTo>
                  <a:pt x="724992" y="0"/>
                </a:lnTo>
                <a:lnTo>
                  <a:pt x="724992" y="857979"/>
                </a:lnTo>
                <a:lnTo>
                  <a:pt x="0" y="857979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alphaModFix amt="35000"/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479405">
            <a:off x="6397042" y="9534126"/>
            <a:ext cx="938804" cy="934110"/>
          </a:xfrm>
          <a:custGeom>
            <a:avLst/>
            <a:gdLst/>
            <a:ahLst/>
            <a:cxnLst/>
            <a:rect r="r" b="b" t="t" l="l"/>
            <a:pathLst>
              <a:path h="934110" w="938804">
                <a:moveTo>
                  <a:pt x="0" y="0"/>
                </a:moveTo>
                <a:lnTo>
                  <a:pt x="938804" y="0"/>
                </a:lnTo>
                <a:lnTo>
                  <a:pt x="938804" y="934110"/>
                </a:lnTo>
                <a:lnTo>
                  <a:pt x="0" y="934110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35000"/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625605" y="1519995"/>
            <a:ext cx="3634740" cy="1727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3"/>
              </a:lnSpc>
            </a:pPr>
            <a:r>
              <a:rPr lang="en-US" sz="110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Correo Electronico: </a:t>
            </a:r>
            <a:r>
              <a:rPr lang="en-US" b="true" sz="1108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  <a:hlinkClick r:id="rId23" tooltip="mailto:fplayersoffcial@gmail.com"/>
              </a:rPr>
              <a:t>fplayersoffcial@gmail.com</a:t>
            </a:r>
          </a:p>
          <a:p>
            <a:pPr algn="l">
              <a:lnSpc>
                <a:spcPts val="1523"/>
              </a:lnSpc>
            </a:pPr>
            <a:r>
              <a:rPr lang="en-US" b="true" sz="1108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Numero Telefónico: 04126858111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Ubicacion: </a:t>
            </a:r>
            <a:r>
              <a:rPr lang="en-US" b="true" sz="1108" u="sng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4" tooltip="mailto:fplayersoffcial@gmail.com"/>
              </a:rPr>
              <a:t>MIranda, 4111 Coro</a:t>
            </a:r>
            <a:r>
              <a:rPr lang="en-US" sz="110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. GMT-4.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Género: Hombre.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Nacionalidad: Venezuela.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Estado civil: Soltero.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Sitio we</a:t>
            </a: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5" tooltip="https://www.linkedin.com/in/ciszukoantony"/>
              </a:rPr>
              <a:t>b: ​​https://ciszukoantony.vercel.app​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LinkedIn:</a:t>
            </a: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6" tooltip="https://www.linkedin.com/in/ciszukoantony"/>
              </a:rPr>
              <a:t> </a:t>
            </a:r>
            <a:r>
              <a:rPr lang="en-US" b="true" sz="1108" u="sng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7" tooltip="https://www.linkedin.com/in/ciszukoantony"/>
              </a:rPr>
              <a:t>​​</a:t>
            </a: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  <a:hlinkClick r:id="rId28" tooltip="https://www.linkedin.com/in/ciszukoantony"/>
              </a:rPr>
              <a:t>https://linkedin.com/in/ciszukoantony</a:t>
            </a:r>
          </a:p>
          <a:p>
            <a:pPr algn="l">
              <a:lnSpc>
                <a:spcPts val="1523"/>
              </a:lnSpc>
            </a:pPr>
            <a:r>
              <a:rPr lang="en-US" b="true" sz="110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Edad: </a:t>
            </a:r>
            <a:r>
              <a:rPr lang="en-US" b="true" sz="1108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17 Años.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1986" y="976627"/>
            <a:ext cx="2475161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DATOS PERSONALES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1000" y="7245736"/>
            <a:ext cx="6804088" cy="68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strike="noStrike" u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Profesional con formación en programación informática y experiencia en creación de contenido digital, enfocado en el desarrollo y mantenimiento de servidores y aplicaciones específicas. Destacado por su capacidad para integrar soluciones tecnológicas innovadoras que optimizan procesos y mejoran la experiencia del usuario.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1000" y="6410711"/>
            <a:ext cx="6677273" cy="68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i="true" strike="noStrike" u="non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Especialista en sistemas y computación con un enfoque integral que combina habilidades técnicas y creativas, capaz de gestionar proyectos de programación y multimedia digital de manera efectiva. Apasionado por el aprendizaje continuo y la implementación de nuevas tecnologías para impulsar el crecimiento y la eficiencia en entornos digitales.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81000" y="8079671"/>
            <a:ext cx="6866268" cy="1025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74"/>
              </a:lnSpc>
              <a:spcBef>
                <a:spcPct val="0"/>
              </a:spcBef>
            </a:pPr>
            <a:r>
              <a:rPr lang="en-US" b="true" sz="999" i="true" strike="noStrike" u="non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Ingeniero en sistemas con sólida formación en programación y experiencia práctica en la creación y gestión de contenido digital multimedia. Destacado por su capacidad para desarrollar soluciones tecnológicas innovadoras y eficientes, orientadas a mejorar tanto el rendimiento de servidores como la experiencia de usuario en plataformas digitales. Con compromiso hacia la mejora continua y la adaptabilidad en entornos dinámicos, busca contribuir al éxito de proyectos tecnológicos con creatividad y precisión.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394282" y="152750"/>
            <a:ext cx="1693515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 i="true">
                <a:solidFill>
                  <a:srgbClr val="000000"/>
                </a:solidFill>
                <a:latin typeface="Liberation Sans Bold Italics"/>
                <a:ea typeface="Liberation Sans Bold Italics"/>
                <a:cs typeface="Liberation Sans Bold Italics"/>
                <a:sym typeface="Liberation Sans Bold Italics"/>
              </a:rPr>
              <a:t>Curriculum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83070" y="3454816"/>
            <a:ext cx="2854077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b="true" sz="20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BREVEPERFIL PERSONAL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235205" y="197759"/>
            <a:ext cx="598238" cy="34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6"/>
              </a:lnSpc>
            </a:pPr>
            <a:r>
              <a:rPr lang="en-US" b="true" sz="1933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2026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169593" y="3305672"/>
            <a:ext cx="2754213" cy="676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3"/>
              </a:lnSpc>
            </a:pPr>
            <a:r>
              <a:rPr lang="en-US" b="true" sz="18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FRANCISCO ANTONIO</a:t>
            </a:r>
          </a:p>
          <a:p>
            <a:pPr algn="ctr">
              <a:lnSpc>
                <a:spcPts val="2633"/>
              </a:lnSpc>
            </a:pPr>
            <a:r>
              <a:rPr lang="en-US" b="true" sz="18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GARCIA MENOLASCINA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53399" y="9982131"/>
            <a:ext cx="2531872" cy="51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333333"/>
                </a:solidFill>
                <a:latin typeface="Poppins Bold"/>
                <a:ea typeface="Poppins Bold"/>
                <a:cs typeface="Poppins Bold"/>
                <a:sym typeface="Poppins Bold"/>
              </a:rPr>
              <a:t>Secundaria: </a:t>
            </a:r>
            <a:r>
              <a:rPr lang="en-US" b="true" sz="999">
                <a:solidFill>
                  <a:srgbClr val="333333"/>
                </a:solidFill>
                <a:latin typeface="Poppins Bold"/>
                <a:ea typeface="Poppins Bold"/>
                <a:cs typeface="Poppins Bold"/>
                <a:sym typeface="Poppins Bold"/>
              </a:rPr>
              <a:t>Bachelor's Science</a:t>
            </a:r>
          </a:p>
          <a:p>
            <a:pPr algn="l">
              <a:lnSpc>
                <a:spcPts val="1374"/>
              </a:lnSpc>
            </a:pPr>
          </a:p>
          <a:p>
            <a:pPr algn="l">
              <a:lnSpc>
                <a:spcPts val="1374"/>
              </a:lnSpc>
            </a:pPr>
            <a:r>
              <a:rPr lang="en-US" b="true" sz="999" i="true">
                <a:solidFill>
                  <a:srgbClr val="333333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Monseñor Castro - Falcon.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96682" y="9229021"/>
            <a:ext cx="2504777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FORMACIÓN ACADEMICA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351636" y="9657962"/>
            <a:ext cx="3937922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901" indent="-107951" lvl="1">
              <a:lnSpc>
                <a:spcPts val="14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Mantenimiento de equipos. (En curso)</a:t>
            </a:r>
          </a:p>
          <a:p>
            <a:pPr algn="l" marL="215901" indent="-107951" lvl="1">
              <a:lnSpc>
                <a:spcPts val="14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Titulo Superior Universitario. (En curso)</a:t>
            </a:r>
          </a:p>
          <a:p>
            <a:pPr algn="l" marL="215901" indent="-107951" lvl="1">
              <a:lnSpc>
                <a:spcPts val="14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0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Ingeniería de Información y Sistemas. (En curso)</a:t>
            </a:r>
          </a:p>
          <a:p>
            <a:pPr algn="l">
              <a:lnSpc>
                <a:spcPts val="1400"/>
              </a:lnSpc>
              <a:spcBef>
                <a:spcPct val="0"/>
              </a:spcBef>
            </a:pPr>
          </a:p>
          <a:p>
            <a:pPr algn="l">
              <a:lnSpc>
                <a:spcPts val="1400"/>
              </a:lnSpc>
              <a:spcBef>
                <a:spcPct val="0"/>
              </a:spcBef>
            </a:pPr>
            <a:r>
              <a:rPr lang="en-US" b="true" sz="1000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Universidad Politecnica Territorial Alonso Gamero- Falcon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453399" y="9674156"/>
            <a:ext cx="2531872" cy="16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333333"/>
                </a:solidFill>
                <a:latin typeface="Poppins Bold"/>
                <a:ea typeface="Poppins Bold"/>
                <a:cs typeface="Poppins Bold"/>
                <a:sym typeface="Poppins Bold"/>
              </a:rPr>
              <a:t>Primaria:  </a:t>
            </a:r>
            <a:r>
              <a:rPr lang="en-US" b="true" sz="999">
                <a:solidFill>
                  <a:srgbClr val="333333"/>
                </a:solidFill>
                <a:latin typeface="Poppins Bold"/>
                <a:ea typeface="Poppins Bold"/>
                <a:cs typeface="Poppins Bold"/>
                <a:sym typeface="Poppins Bold"/>
              </a:rPr>
              <a:t>Falcon.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29355" y="347863"/>
            <a:ext cx="6798059" cy="50797"/>
            <a:chOff x="0" y="0"/>
            <a:chExt cx="6798056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798056" cy="50800"/>
            </a:xfrm>
            <a:custGeom>
              <a:avLst/>
              <a:gdLst/>
              <a:ahLst/>
              <a:cxnLst/>
              <a:rect r="r" b="b" t="t" l="l"/>
              <a:pathLst>
                <a:path h="50800" w="6798056">
                  <a:moveTo>
                    <a:pt x="25400" y="0"/>
                  </a:moveTo>
                  <a:lnTo>
                    <a:pt x="6772656" y="0"/>
                  </a:lnTo>
                  <a:cubicBezTo>
                    <a:pt x="6779393" y="0"/>
                    <a:pt x="6785853" y="2676"/>
                    <a:pt x="6790617" y="7439"/>
                  </a:cubicBezTo>
                  <a:cubicBezTo>
                    <a:pt x="6795381" y="12203"/>
                    <a:pt x="6798056" y="18664"/>
                    <a:pt x="6798056" y="25400"/>
                  </a:cubicBezTo>
                  <a:lnTo>
                    <a:pt x="6798056" y="25400"/>
                  </a:lnTo>
                  <a:cubicBezTo>
                    <a:pt x="6798056" y="39428"/>
                    <a:pt x="6786684" y="50800"/>
                    <a:pt x="67726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14597" y="924597"/>
            <a:ext cx="3272028" cy="169339"/>
            <a:chOff x="0" y="0"/>
            <a:chExt cx="3272028" cy="1693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8B2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14597" y="924597"/>
            <a:ext cx="3272028" cy="169339"/>
            <a:chOff x="0" y="0"/>
            <a:chExt cx="3272028" cy="1693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14597" y="1355683"/>
            <a:ext cx="3272028" cy="169339"/>
            <a:chOff x="0" y="0"/>
            <a:chExt cx="3272028" cy="16934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E1242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14597" y="1355683"/>
            <a:ext cx="1822311" cy="169339"/>
            <a:chOff x="0" y="0"/>
            <a:chExt cx="1822311" cy="16934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822311" cy="169349"/>
            </a:xfrm>
            <a:custGeom>
              <a:avLst/>
              <a:gdLst/>
              <a:ahLst/>
              <a:cxnLst/>
              <a:rect r="r" b="b" t="t" l="l"/>
              <a:pathLst>
                <a:path h="169349" w="1822311">
                  <a:moveTo>
                    <a:pt x="84675" y="0"/>
                  </a:moveTo>
                  <a:lnTo>
                    <a:pt x="1737637" y="0"/>
                  </a:lnTo>
                  <a:cubicBezTo>
                    <a:pt x="1760094" y="0"/>
                    <a:pt x="1781631" y="8921"/>
                    <a:pt x="1797511" y="24801"/>
                  </a:cubicBezTo>
                  <a:cubicBezTo>
                    <a:pt x="1813390" y="40680"/>
                    <a:pt x="1822311" y="62218"/>
                    <a:pt x="1822311" y="84675"/>
                  </a:cubicBezTo>
                  <a:lnTo>
                    <a:pt x="1822311" y="84675"/>
                  </a:lnTo>
                  <a:cubicBezTo>
                    <a:pt x="1822311" y="107132"/>
                    <a:pt x="1813390" y="128669"/>
                    <a:pt x="1797511" y="144549"/>
                  </a:cubicBezTo>
                  <a:cubicBezTo>
                    <a:pt x="1781631" y="160428"/>
                    <a:pt x="1760094" y="169349"/>
                    <a:pt x="173763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14597" y="1786768"/>
            <a:ext cx="3272028" cy="169339"/>
            <a:chOff x="0" y="0"/>
            <a:chExt cx="3272028" cy="16934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8B2F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14597" y="1786768"/>
            <a:ext cx="1026862" cy="169339"/>
            <a:chOff x="0" y="0"/>
            <a:chExt cx="1026862" cy="16934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6862" cy="169349"/>
            </a:xfrm>
            <a:custGeom>
              <a:avLst/>
              <a:gdLst/>
              <a:ahLst/>
              <a:cxnLst/>
              <a:rect r="r" b="b" t="t" l="l"/>
              <a:pathLst>
                <a:path h="169349" w="1026862">
                  <a:moveTo>
                    <a:pt x="84675" y="0"/>
                  </a:moveTo>
                  <a:lnTo>
                    <a:pt x="942187" y="0"/>
                  </a:lnTo>
                  <a:cubicBezTo>
                    <a:pt x="964644" y="0"/>
                    <a:pt x="986182" y="8921"/>
                    <a:pt x="1002061" y="24801"/>
                  </a:cubicBezTo>
                  <a:cubicBezTo>
                    <a:pt x="1017941" y="40680"/>
                    <a:pt x="1026862" y="62218"/>
                    <a:pt x="1026862" y="84675"/>
                  </a:cubicBezTo>
                  <a:lnTo>
                    <a:pt x="1026862" y="84675"/>
                  </a:lnTo>
                  <a:cubicBezTo>
                    <a:pt x="1026862" y="107132"/>
                    <a:pt x="1017941" y="128669"/>
                    <a:pt x="1002061" y="144549"/>
                  </a:cubicBezTo>
                  <a:cubicBezTo>
                    <a:pt x="986182" y="160428"/>
                    <a:pt x="964644" y="169349"/>
                    <a:pt x="94218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228440" y="2217854"/>
            <a:ext cx="3272028" cy="169339"/>
            <a:chOff x="0" y="0"/>
            <a:chExt cx="3272028" cy="16934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22441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228440" y="2217854"/>
            <a:ext cx="443216" cy="169339"/>
            <a:chOff x="0" y="0"/>
            <a:chExt cx="443216" cy="16934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43216" cy="169349"/>
            </a:xfrm>
            <a:custGeom>
              <a:avLst/>
              <a:gdLst/>
              <a:ahLst/>
              <a:cxnLst/>
              <a:rect r="r" b="b" t="t" l="l"/>
              <a:pathLst>
                <a:path h="169349" w="443216">
                  <a:moveTo>
                    <a:pt x="84675" y="0"/>
                  </a:moveTo>
                  <a:lnTo>
                    <a:pt x="358541" y="0"/>
                  </a:lnTo>
                  <a:cubicBezTo>
                    <a:pt x="380998" y="0"/>
                    <a:pt x="402536" y="8921"/>
                    <a:pt x="418415" y="24801"/>
                  </a:cubicBezTo>
                  <a:cubicBezTo>
                    <a:pt x="434295" y="40680"/>
                    <a:pt x="443216" y="62218"/>
                    <a:pt x="443216" y="84675"/>
                  </a:cubicBezTo>
                  <a:lnTo>
                    <a:pt x="443216" y="84675"/>
                  </a:lnTo>
                  <a:cubicBezTo>
                    <a:pt x="443216" y="107132"/>
                    <a:pt x="434295" y="128669"/>
                    <a:pt x="418415" y="144549"/>
                  </a:cubicBezTo>
                  <a:cubicBezTo>
                    <a:pt x="402536" y="160428"/>
                    <a:pt x="380998" y="169349"/>
                    <a:pt x="358541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28440" y="2648940"/>
            <a:ext cx="3272028" cy="169339"/>
            <a:chOff x="0" y="0"/>
            <a:chExt cx="3272028" cy="16934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394B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247110" y="3088588"/>
            <a:ext cx="3272028" cy="169339"/>
            <a:chOff x="0" y="0"/>
            <a:chExt cx="3272028" cy="16934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272028" cy="169349"/>
            </a:xfrm>
            <a:custGeom>
              <a:avLst/>
              <a:gdLst/>
              <a:ahLst/>
              <a:cxnLst/>
              <a:rect r="r" b="b" t="t" l="l"/>
              <a:pathLst>
                <a:path h="169349" w="3272028">
                  <a:moveTo>
                    <a:pt x="84675" y="0"/>
                  </a:moveTo>
                  <a:lnTo>
                    <a:pt x="3187354" y="0"/>
                  </a:lnTo>
                  <a:cubicBezTo>
                    <a:pt x="3209811" y="0"/>
                    <a:pt x="3231348" y="8921"/>
                    <a:pt x="3247228" y="24801"/>
                  </a:cubicBezTo>
                  <a:cubicBezTo>
                    <a:pt x="3263107" y="40680"/>
                    <a:pt x="3272028" y="62218"/>
                    <a:pt x="3272028" y="84675"/>
                  </a:cubicBezTo>
                  <a:lnTo>
                    <a:pt x="3272028" y="84675"/>
                  </a:lnTo>
                  <a:cubicBezTo>
                    <a:pt x="3272028" y="107132"/>
                    <a:pt x="3263107" y="128669"/>
                    <a:pt x="3247228" y="144549"/>
                  </a:cubicBezTo>
                  <a:cubicBezTo>
                    <a:pt x="3231348" y="160428"/>
                    <a:pt x="3209811" y="169349"/>
                    <a:pt x="31873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2B0303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247110" y="2648940"/>
            <a:ext cx="254629" cy="169339"/>
            <a:chOff x="0" y="0"/>
            <a:chExt cx="254629" cy="16934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54629" cy="169349"/>
            </a:xfrm>
            <a:custGeom>
              <a:avLst/>
              <a:gdLst/>
              <a:ahLst/>
              <a:cxnLst/>
              <a:rect r="r" b="b" t="t" l="l"/>
              <a:pathLst>
                <a:path h="169349" w="254629">
                  <a:moveTo>
                    <a:pt x="84675" y="0"/>
                  </a:moveTo>
                  <a:lnTo>
                    <a:pt x="169954" y="0"/>
                  </a:lnTo>
                  <a:cubicBezTo>
                    <a:pt x="192411" y="0"/>
                    <a:pt x="213948" y="8921"/>
                    <a:pt x="229828" y="24801"/>
                  </a:cubicBezTo>
                  <a:cubicBezTo>
                    <a:pt x="245708" y="40680"/>
                    <a:pt x="254629" y="62218"/>
                    <a:pt x="254629" y="84675"/>
                  </a:cubicBezTo>
                  <a:lnTo>
                    <a:pt x="254629" y="84675"/>
                  </a:lnTo>
                  <a:cubicBezTo>
                    <a:pt x="254629" y="107132"/>
                    <a:pt x="245708" y="128669"/>
                    <a:pt x="229828" y="144549"/>
                  </a:cubicBezTo>
                  <a:cubicBezTo>
                    <a:pt x="213948" y="160428"/>
                    <a:pt x="192411" y="169349"/>
                    <a:pt x="16995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247110" y="3089985"/>
            <a:ext cx="127314" cy="169339"/>
            <a:chOff x="0" y="0"/>
            <a:chExt cx="127314" cy="16934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7314" cy="169349"/>
            </a:xfrm>
            <a:custGeom>
              <a:avLst/>
              <a:gdLst/>
              <a:ahLst/>
              <a:cxnLst/>
              <a:rect r="r" b="b" t="t" l="l"/>
              <a:pathLst>
                <a:path h="169349" w="127314">
                  <a:moveTo>
                    <a:pt x="63657" y="0"/>
                  </a:moveTo>
                  <a:lnTo>
                    <a:pt x="63657" y="0"/>
                  </a:lnTo>
                  <a:cubicBezTo>
                    <a:pt x="98814" y="0"/>
                    <a:pt x="127314" y="28500"/>
                    <a:pt x="127314" y="63657"/>
                  </a:cubicBezTo>
                  <a:lnTo>
                    <a:pt x="127314" y="105692"/>
                  </a:lnTo>
                  <a:cubicBezTo>
                    <a:pt x="127314" y="140849"/>
                    <a:pt x="98814" y="169349"/>
                    <a:pt x="63657" y="169349"/>
                  </a:cubicBezTo>
                  <a:lnTo>
                    <a:pt x="63657" y="169349"/>
                  </a:lnTo>
                  <a:cubicBezTo>
                    <a:pt x="28500" y="169349"/>
                    <a:pt x="0" y="140849"/>
                    <a:pt x="0" y="105692"/>
                  </a:cubicBezTo>
                  <a:lnTo>
                    <a:pt x="0" y="63657"/>
                  </a:lnTo>
                  <a:cubicBezTo>
                    <a:pt x="0" y="28500"/>
                    <a:pt x="28500" y="0"/>
                    <a:pt x="63657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aphicFrame>
        <p:nvGraphicFramePr>
          <p:cNvPr name="Object 28" id="28"/>
          <p:cNvGraphicFramePr/>
          <p:nvPr/>
        </p:nvGraphicFramePr>
        <p:xfrm>
          <a:off x="214597" y="4487731"/>
          <a:ext cx="6286500" cy="5029200"/>
        </p:xfrm>
        <a:graphic>
          <a:graphicData uri="http://schemas.openxmlformats.org/presentationml/2006/ole">
            <p:oleObj imgW="7543800" imgH="6286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29" id="29"/>
          <p:cNvSpPr txBox="true"/>
          <p:nvPr/>
        </p:nvSpPr>
        <p:spPr>
          <a:xfrm rot="0">
            <a:off x="171492" y="8723505"/>
            <a:ext cx="3810511" cy="1711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63359" indent="-131679" lvl="1">
              <a:lnSpc>
                <a:spcPts val="17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219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Ciszu Network (ciszunetwork.vercel.app)</a:t>
            </a:r>
          </a:p>
          <a:p>
            <a:pPr algn="l">
              <a:lnSpc>
                <a:spcPts val="1707"/>
              </a:lnSpc>
              <a:spcBef>
                <a:spcPct val="0"/>
              </a:spcBef>
            </a:pPr>
            <a:r>
              <a:rPr lang="en-US" b="true" sz="121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BussinessWeb de negocios con documentación.</a:t>
            </a:r>
          </a:p>
          <a:p>
            <a:pPr algn="l" marL="263359" indent="-131679" lvl="1">
              <a:lnSpc>
                <a:spcPts val="17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219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Ciszuko Antony (ciszukoantony.vercel.app)</a:t>
            </a:r>
          </a:p>
          <a:p>
            <a:pPr algn="l">
              <a:lnSpc>
                <a:spcPts val="1707"/>
              </a:lnSpc>
              <a:spcBef>
                <a:spcPct val="0"/>
              </a:spcBef>
            </a:pPr>
            <a:r>
              <a:rPr lang="en-US" b="true" sz="121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Personal Page, Portfolio, Cerfs, Curriculum.</a:t>
            </a:r>
          </a:p>
          <a:p>
            <a:pPr algn="l" marL="263359" indent="-131679" lvl="1">
              <a:lnSpc>
                <a:spcPts val="17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219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MuzicMania (muzicmania.vercel.app)</a:t>
            </a:r>
          </a:p>
          <a:p>
            <a:pPr algn="l">
              <a:lnSpc>
                <a:spcPts val="1707"/>
              </a:lnSpc>
              <a:spcBef>
                <a:spcPct val="0"/>
              </a:spcBef>
            </a:pPr>
            <a:r>
              <a:rPr lang="en-US" b="true" sz="121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Videojuego Web Online Multiplataforma.</a:t>
            </a:r>
          </a:p>
          <a:p>
            <a:pPr algn="l" marL="263359" indent="-131679" lvl="1">
              <a:lnSpc>
                <a:spcPts val="1707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219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CiszuBot (ciszubot.vercel.app)</a:t>
            </a:r>
          </a:p>
          <a:p>
            <a:pPr algn="l">
              <a:lnSpc>
                <a:spcPts val="1707"/>
              </a:lnSpc>
              <a:spcBef>
                <a:spcPct val="0"/>
              </a:spcBef>
            </a:pPr>
            <a:r>
              <a:rPr lang="en-US" b="true" sz="121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Bot de Discord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3968160" y="6001699"/>
            <a:ext cx="3224722" cy="169339"/>
            <a:chOff x="0" y="0"/>
            <a:chExt cx="3224722" cy="16934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3968160" y="6001699"/>
            <a:ext cx="2692907" cy="169339"/>
            <a:chOff x="0" y="0"/>
            <a:chExt cx="2692907" cy="16934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692907" cy="169349"/>
            </a:xfrm>
            <a:custGeom>
              <a:avLst/>
              <a:gdLst/>
              <a:ahLst/>
              <a:cxnLst/>
              <a:rect r="r" b="b" t="t" l="l"/>
              <a:pathLst>
                <a:path h="169349" w="2692907">
                  <a:moveTo>
                    <a:pt x="84675" y="0"/>
                  </a:moveTo>
                  <a:lnTo>
                    <a:pt x="2608233" y="0"/>
                  </a:lnTo>
                  <a:cubicBezTo>
                    <a:pt x="2630690" y="0"/>
                    <a:pt x="2652227" y="8921"/>
                    <a:pt x="2668107" y="24801"/>
                  </a:cubicBezTo>
                  <a:cubicBezTo>
                    <a:pt x="2683986" y="40680"/>
                    <a:pt x="2692907" y="62218"/>
                    <a:pt x="2692907" y="84675"/>
                  </a:cubicBezTo>
                  <a:lnTo>
                    <a:pt x="2692907" y="84675"/>
                  </a:lnTo>
                  <a:cubicBezTo>
                    <a:pt x="2692907" y="107132"/>
                    <a:pt x="2683986" y="128669"/>
                    <a:pt x="2668107" y="144549"/>
                  </a:cubicBezTo>
                  <a:cubicBezTo>
                    <a:pt x="2652227" y="160428"/>
                    <a:pt x="2630690" y="169349"/>
                    <a:pt x="2608233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3968160" y="6432785"/>
            <a:ext cx="3224722" cy="169339"/>
            <a:chOff x="0" y="0"/>
            <a:chExt cx="3224722" cy="16934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3968160" y="6432785"/>
            <a:ext cx="1066201" cy="169339"/>
            <a:chOff x="0" y="0"/>
            <a:chExt cx="1066201" cy="16934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66201" cy="169349"/>
            </a:xfrm>
            <a:custGeom>
              <a:avLst/>
              <a:gdLst/>
              <a:ahLst/>
              <a:cxnLst/>
              <a:rect r="r" b="b" t="t" l="l"/>
              <a:pathLst>
                <a:path h="169349" w="1066201">
                  <a:moveTo>
                    <a:pt x="84675" y="0"/>
                  </a:moveTo>
                  <a:lnTo>
                    <a:pt x="981527" y="0"/>
                  </a:lnTo>
                  <a:cubicBezTo>
                    <a:pt x="1003984" y="0"/>
                    <a:pt x="1025521" y="8921"/>
                    <a:pt x="1041401" y="24801"/>
                  </a:cubicBezTo>
                  <a:cubicBezTo>
                    <a:pt x="1057280" y="40680"/>
                    <a:pt x="1066201" y="62218"/>
                    <a:pt x="1066201" y="84675"/>
                  </a:cubicBezTo>
                  <a:lnTo>
                    <a:pt x="1066201" y="84675"/>
                  </a:lnTo>
                  <a:cubicBezTo>
                    <a:pt x="1066201" y="107132"/>
                    <a:pt x="1057280" y="128669"/>
                    <a:pt x="1041401" y="144549"/>
                  </a:cubicBezTo>
                  <a:cubicBezTo>
                    <a:pt x="1025521" y="160428"/>
                    <a:pt x="1003984" y="169349"/>
                    <a:pt x="98152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3968160" y="6863871"/>
            <a:ext cx="3224722" cy="169339"/>
            <a:chOff x="0" y="0"/>
            <a:chExt cx="3224722" cy="169349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3968160" y="6863871"/>
            <a:ext cx="1519876" cy="169339"/>
            <a:chOff x="0" y="0"/>
            <a:chExt cx="1519876" cy="169349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519876" cy="169349"/>
            </a:xfrm>
            <a:custGeom>
              <a:avLst/>
              <a:gdLst/>
              <a:ahLst/>
              <a:cxnLst/>
              <a:rect r="r" b="b" t="t" l="l"/>
              <a:pathLst>
                <a:path h="169349" w="1519876">
                  <a:moveTo>
                    <a:pt x="84675" y="0"/>
                  </a:moveTo>
                  <a:lnTo>
                    <a:pt x="1435201" y="0"/>
                  </a:lnTo>
                  <a:cubicBezTo>
                    <a:pt x="1457658" y="0"/>
                    <a:pt x="1479196" y="8921"/>
                    <a:pt x="1495075" y="24801"/>
                  </a:cubicBezTo>
                  <a:cubicBezTo>
                    <a:pt x="1510955" y="40680"/>
                    <a:pt x="1519876" y="62218"/>
                    <a:pt x="1519876" y="84675"/>
                  </a:cubicBezTo>
                  <a:lnTo>
                    <a:pt x="1519876" y="84675"/>
                  </a:lnTo>
                  <a:cubicBezTo>
                    <a:pt x="1519876" y="107132"/>
                    <a:pt x="1510955" y="128669"/>
                    <a:pt x="1495075" y="144549"/>
                  </a:cubicBezTo>
                  <a:cubicBezTo>
                    <a:pt x="1479196" y="160428"/>
                    <a:pt x="1457658" y="169349"/>
                    <a:pt x="1435201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3981803" y="7294956"/>
            <a:ext cx="3224722" cy="169339"/>
            <a:chOff x="0" y="0"/>
            <a:chExt cx="3224722" cy="16934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3982003" y="7294956"/>
            <a:ext cx="340098" cy="169339"/>
            <a:chOff x="0" y="0"/>
            <a:chExt cx="340098" cy="169349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40098" cy="169349"/>
            </a:xfrm>
            <a:custGeom>
              <a:avLst/>
              <a:gdLst/>
              <a:ahLst/>
              <a:cxnLst/>
              <a:rect r="r" b="b" t="t" l="l"/>
              <a:pathLst>
                <a:path h="169349" w="340098">
                  <a:moveTo>
                    <a:pt x="84675" y="0"/>
                  </a:moveTo>
                  <a:lnTo>
                    <a:pt x="255424" y="0"/>
                  </a:lnTo>
                  <a:cubicBezTo>
                    <a:pt x="277881" y="0"/>
                    <a:pt x="299418" y="8921"/>
                    <a:pt x="315298" y="24801"/>
                  </a:cubicBezTo>
                  <a:cubicBezTo>
                    <a:pt x="331177" y="40680"/>
                    <a:pt x="340098" y="62218"/>
                    <a:pt x="340098" y="84675"/>
                  </a:cubicBezTo>
                  <a:lnTo>
                    <a:pt x="340098" y="84675"/>
                  </a:lnTo>
                  <a:cubicBezTo>
                    <a:pt x="340098" y="107132"/>
                    <a:pt x="331177" y="128669"/>
                    <a:pt x="315298" y="144549"/>
                  </a:cubicBezTo>
                  <a:cubicBezTo>
                    <a:pt x="299418" y="160428"/>
                    <a:pt x="277881" y="169349"/>
                    <a:pt x="255424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FF3131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3981803" y="7726042"/>
            <a:ext cx="3224722" cy="169339"/>
            <a:chOff x="0" y="0"/>
            <a:chExt cx="3224722" cy="169349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3982003" y="7726042"/>
            <a:ext cx="275515" cy="169339"/>
            <a:chOff x="0" y="0"/>
            <a:chExt cx="275515" cy="169349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75515" cy="169349"/>
            </a:xfrm>
            <a:custGeom>
              <a:avLst/>
              <a:gdLst/>
              <a:ahLst/>
              <a:cxnLst/>
              <a:rect r="r" b="b" t="t" l="l"/>
              <a:pathLst>
                <a:path h="169349" w="275515">
                  <a:moveTo>
                    <a:pt x="84675" y="0"/>
                  </a:moveTo>
                  <a:lnTo>
                    <a:pt x="190841" y="0"/>
                  </a:lnTo>
                  <a:cubicBezTo>
                    <a:pt x="213298" y="0"/>
                    <a:pt x="234835" y="8921"/>
                    <a:pt x="250715" y="24801"/>
                  </a:cubicBezTo>
                  <a:cubicBezTo>
                    <a:pt x="266594" y="40680"/>
                    <a:pt x="275515" y="62218"/>
                    <a:pt x="275515" y="84675"/>
                  </a:cubicBezTo>
                  <a:lnTo>
                    <a:pt x="275515" y="84675"/>
                  </a:lnTo>
                  <a:cubicBezTo>
                    <a:pt x="275515" y="107132"/>
                    <a:pt x="266594" y="128669"/>
                    <a:pt x="250715" y="144549"/>
                  </a:cubicBezTo>
                  <a:cubicBezTo>
                    <a:pt x="234835" y="160428"/>
                    <a:pt x="213298" y="169349"/>
                    <a:pt x="190841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FF3131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3981803" y="8157128"/>
            <a:ext cx="3224722" cy="169339"/>
            <a:chOff x="0" y="0"/>
            <a:chExt cx="3224722" cy="169349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3982003" y="7933481"/>
            <a:ext cx="2792760" cy="336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HTML, CSS (Frontend), TOML/JSON/YAML</a:t>
            </a:r>
          </a:p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</a:p>
        </p:txBody>
      </p:sp>
      <p:grpSp>
        <p:nvGrpSpPr>
          <p:cNvPr name="Group 53" id="53"/>
          <p:cNvGrpSpPr/>
          <p:nvPr/>
        </p:nvGrpSpPr>
        <p:grpSpPr>
          <a:xfrm rot="0">
            <a:off x="3982003" y="8155731"/>
            <a:ext cx="2864493" cy="169339"/>
            <a:chOff x="0" y="0"/>
            <a:chExt cx="2864493" cy="169349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864493" cy="169349"/>
            </a:xfrm>
            <a:custGeom>
              <a:avLst/>
              <a:gdLst/>
              <a:ahLst/>
              <a:cxnLst/>
              <a:rect r="r" b="b" t="t" l="l"/>
              <a:pathLst>
                <a:path h="169349" w="2864493">
                  <a:moveTo>
                    <a:pt x="84675" y="0"/>
                  </a:moveTo>
                  <a:lnTo>
                    <a:pt x="2779819" y="0"/>
                  </a:lnTo>
                  <a:cubicBezTo>
                    <a:pt x="2802276" y="0"/>
                    <a:pt x="2823813" y="8921"/>
                    <a:pt x="2839693" y="24801"/>
                  </a:cubicBezTo>
                  <a:cubicBezTo>
                    <a:pt x="2855572" y="40680"/>
                    <a:pt x="2864493" y="62218"/>
                    <a:pt x="2864493" y="84675"/>
                  </a:cubicBezTo>
                  <a:lnTo>
                    <a:pt x="2864493" y="84675"/>
                  </a:lnTo>
                  <a:cubicBezTo>
                    <a:pt x="2864493" y="107132"/>
                    <a:pt x="2855572" y="128669"/>
                    <a:pt x="2839693" y="144549"/>
                  </a:cubicBezTo>
                  <a:cubicBezTo>
                    <a:pt x="2823813" y="160428"/>
                    <a:pt x="2802276" y="169349"/>
                    <a:pt x="2779819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3981803" y="8588214"/>
            <a:ext cx="3224722" cy="169339"/>
            <a:chOff x="0" y="0"/>
            <a:chExt cx="3224722" cy="16934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3982003" y="8586817"/>
            <a:ext cx="2731070" cy="169339"/>
            <a:chOff x="0" y="0"/>
            <a:chExt cx="2731070" cy="16934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731070" cy="169349"/>
            </a:xfrm>
            <a:custGeom>
              <a:avLst/>
              <a:gdLst/>
              <a:ahLst/>
              <a:cxnLst/>
              <a:rect r="r" b="b" t="t" l="l"/>
              <a:pathLst>
                <a:path h="169349" w="2731070">
                  <a:moveTo>
                    <a:pt x="84675" y="0"/>
                  </a:moveTo>
                  <a:lnTo>
                    <a:pt x="2646396" y="0"/>
                  </a:lnTo>
                  <a:cubicBezTo>
                    <a:pt x="2668853" y="0"/>
                    <a:pt x="2690390" y="8921"/>
                    <a:pt x="2706270" y="24801"/>
                  </a:cubicBezTo>
                  <a:cubicBezTo>
                    <a:pt x="2722149" y="40680"/>
                    <a:pt x="2731070" y="62218"/>
                    <a:pt x="2731070" y="84675"/>
                  </a:cubicBezTo>
                  <a:lnTo>
                    <a:pt x="2731070" y="84675"/>
                  </a:lnTo>
                  <a:cubicBezTo>
                    <a:pt x="2731070" y="107132"/>
                    <a:pt x="2722149" y="128669"/>
                    <a:pt x="2706270" y="144549"/>
                  </a:cubicBezTo>
                  <a:cubicBezTo>
                    <a:pt x="2690390" y="160428"/>
                    <a:pt x="2668853" y="169349"/>
                    <a:pt x="2646396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3981803" y="9019299"/>
            <a:ext cx="3224722" cy="169339"/>
            <a:chOff x="0" y="0"/>
            <a:chExt cx="3224722" cy="16934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3982003" y="9017902"/>
            <a:ext cx="2268324" cy="169339"/>
            <a:chOff x="0" y="0"/>
            <a:chExt cx="2268324" cy="169349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268324" cy="169349"/>
            </a:xfrm>
            <a:custGeom>
              <a:avLst/>
              <a:gdLst/>
              <a:ahLst/>
              <a:cxnLst/>
              <a:rect r="r" b="b" t="t" l="l"/>
              <a:pathLst>
                <a:path h="169349" w="2268324">
                  <a:moveTo>
                    <a:pt x="84675" y="0"/>
                  </a:moveTo>
                  <a:lnTo>
                    <a:pt x="2183649" y="0"/>
                  </a:lnTo>
                  <a:cubicBezTo>
                    <a:pt x="2230414" y="0"/>
                    <a:pt x="2268324" y="37910"/>
                    <a:pt x="2268324" y="84675"/>
                  </a:cubicBezTo>
                  <a:lnTo>
                    <a:pt x="2268324" y="84675"/>
                  </a:lnTo>
                  <a:cubicBezTo>
                    <a:pt x="2268324" y="107132"/>
                    <a:pt x="2259403" y="128669"/>
                    <a:pt x="2243523" y="144549"/>
                  </a:cubicBezTo>
                  <a:cubicBezTo>
                    <a:pt x="2227644" y="160428"/>
                    <a:pt x="2206106" y="169349"/>
                    <a:pt x="2183649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3981803" y="9450385"/>
            <a:ext cx="3224722" cy="169339"/>
            <a:chOff x="0" y="0"/>
            <a:chExt cx="3224722" cy="16934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3982003" y="9448988"/>
            <a:ext cx="1285252" cy="169339"/>
            <a:chOff x="0" y="0"/>
            <a:chExt cx="1285252" cy="169349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285252" cy="169349"/>
            </a:xfrm>
            <a:custGeom>
              <a:avLst/>
              <a:gdLst/>
              <a:ahLst/>
              <a:cxnLst/>
              <a:rect r="r" b="b" t="t" l="l"/>
              <a:pathLst>
                <a:path h="169349" w="1285252">
                  <a:moveTo>
                    <a:pt x="84675" y="0"/>
                  </a:moveTo>
                  <a:lnTo>
                    <a:pt x="1200577" y="0"/>
                  </a:lnTo>
                  <a:cubicBezTo>
                    <a:pt x="1247342" y="0"/>
                    <a:pt x="1285252" y="37910"/>
                    <a:pt x="1285252" y="84675"/>
                  </a:cubicBezTo>
                  <a:lnTo>
                    <a:pt x="1285252" y="84675"/>
                  </a:lnTo>
                  <a:cubicBezTo>
                    <a:pt x="1285252" y="107132"/>
                    <a:pt x="1276331" y="128669"/>
                    <a:pt x="1260451" y="144549"/>
                  </a:cubicBezTo>
                  <a:cubicBezTo>
                    <a:pt x="1244572" y="160428"/>
                    <a:pt x="1223034" y="169349"/>
                    <a:pt x="120057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3981803" y="9881471"/>
            <a:ext cx="3224722" cy="169339"/>
            <a:chOff x="0" y="0"/>
            <a:chExt cx="3224722" cy="16934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3982003" y="9880074"/>
            <a:ext cx="2570503" cy="169339"/>
            <a:chOff x="0" y="0"/>
            <a:chExt cx="2570503" cy="169349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2570504" cy="169349"/>
            </a:xfrm>
            <a:custGeom>
              <a:avLst/>
              <a:gdLst/>
              <a:ahLst/>
              <a:cxnLst/>
              <a:rect r="r" b="b" t="t" l="l"/>
              <a:pathLst>
                <a:path h="169349" w="2570504">
                  <a:moveTo>
                    <a:pt x="84675" y="0"/>
                  </a:moveTo>
                  <a:lnTo>
                    <a:pt x="2485829" y="0"/>
                  </a:lnTo>
                  <a:cubicBezTo>
                    <a:pt x="2508286" y="0"/>
                    <a:pt x="2529823" y="8921"/>
                    <a:pt x="2545703" y="24801"/>
                  </a:cubicBezTo>
                  <a:cubicBezTo>
                    <a:pt x="2561583" y="40680"/>
                    <a:pt x="2570504" y="62218"/>
                    <a:pt x="2570504" y="84675"/>
                  </a:cubicBezTo>
                  <a:lnTo>
                    <a:pt x="2570504" y="84675"/>
                  </a:lnTo>
                  <a:cubicBezTo>
                    <a:pt x="2570504" y="107132"/>
                    <a:pt x="2561583" y="128669"/>
                    <a:pt x="2545703" y="144549"/>
                  </a:cubicBezTo>
                  <a:cubicBezTo>
                    <a:pt x="2529823" y="160428"/>
                    <a:pt x="2508286" y="169349"/>
                    <a:pt x="2485829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3CFF0B"/>
            </a:solid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3981803" y="10307046"/>
            <a:ext cx="3224722" cy="169339"/>
            <a:chOff x="0" y="0"/>
            <a:chExt cx="3224722" cy="16934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3224722" cy="169349"/>
            </a:xfrm>
            <a:custGeom>
              <a:avLst/>
              <a:gdLst/>
              <a:ahLst/>
              <a:cxnLst/>
              <a:rect r="r" b="b" t="t" l="l"/>
              <a:pathLst>
                <a:path h="169349" w="3224722">
                  <a:moveTo>
                    <a:pt x="84675" y="0"/>
                  </a:moveTo>
                  <a:lnTo>
                    <a:pt x="3140047" y="0"/>
                  </a:lnTo>
                  <a:cubicBezTo>
                    <a:pt x="3162504" y="0"/>
                    <a:pt x="3184041" y="8921"/>
                    <a:pt x="3199921" y="24801"/>
                  </a:cubicBezTo>
                  <a:cubicBezTo>
                    <a:pt x="3215801" y="40680"/>
                    <a:pt x="3224722" y="62218"/>
                    <a:pt x="3224722" y="84675"/>
                  </a:cubicBezTo>
                  <a:lnTo>
                    <a:pt x="3224722" y="84675"/>
                  </a:lnTo>
                  <a:cubicBezTo>
                    <a:pt x="3224722" y="107132"/>
                    <a:pt x="3215801" y="128669"/>
                    <a:pt x="3199921" y="144549"/>
                  </a:cubicBezTo>
                  <a:cubicBezTo>
                    <a:pt x="3184041" y="160428"/>
                    <a:pt x="3162504" y="169349"/>
                    <a:pt x="3140047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3982003" y="10305649"/>
            <a:ext cx="3012066" cy="169339"/>
            <a:chOff x="0" y="0"/>
            <a:chExt cx="3012066" cy="16934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012066" cy="169349"/>
            </a:xfrm>
            <a:custGeom>
              <a:avLst/>
              <a:gdLst/>
              <a:ahLst/>
              <a:cxnLst/>
              <a:rect r="r" b="b" t="t" l="l"/>
              <a:pathLst>
                <a:path h="169349" w="3012066">
                  <a:moveTo>
                    <a:pt x="84675" y="0"/>
                  </a:moveTo>
                  <a:lnTo>
                    <a:pt x="2927392" y="0"/>
                  </a:lnTo>
                  <a:cubicBezTo>
                    <a:pt x="2974156" y="0"/>
                    <a:pt x="3012066" y="37910"/>
                    <a:pt x="3012066" y="84675"/>
                  </a:cubicBezTo>
                  <a:lnTo>
                    <a:pt x="3012066" y="84675"/>
                  </a:lnTo>
                  <a:cubicBezTo>
                    <a:pt x="3012066" y="107132"/>
                    <a:pt x="3003145" y="128669"/>
                    <a:pt x="2987266" y="144549"/>
                  </a:cubicBezTo>
                  <a:cubicBezTo>
                    <a:pt x="2971386" y="160428"/>
                    <a:pt x="2949849" y="169349"/>
                    <a:pt x="2927392" y="169349"/>
                  </a:cubicBezTo>
                  <a:lnTo>
                    <a:pt x="84675" y="169349"/>
                  </a:lnTo>
                  <a:cubicBezTo>
                    <a:pt x="62218" y="169349"/>
                    <a:pt x="40680" y="160428"/>
                    <a:pt x="24801" y="144549"/>
                  </a:cubicBezTo>
                  <a:cubicBezTo>
                    <a:pt x="8921" y="128669"/>
                    <a:pt x="0" y="107132"/>
                    <a:pt x="0" y="84675"/>
                  </a:cubicBezTo>
                  <a:lnTo>
                    <a:pt x="0" y="84675"/>
                  </a:lnTo>
                  <a:cubicBezTo>
                    <a:pt x="0" y="62218"/>
                    <a:pt x="8921" y="40680"/>
                    <a:pt x="24801" y="24801"/>
                  </a:cubicBezTo>
                  <a:cubicBezTo>
                    <a:pt x="40680" y="8921"/>
                    <a:pt x="62218" y="0"/>
                    <a:pt x="846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Freeform 75" id="75"/>
          <p:cNvSpPr/>
          <p:nvPr/>
        </p:nvSpPr>
        <p:spPr>
          <a:xfrm flipH="false" flipV="false" rot="0">
            <a:off x="5921782" y="2765659"/>
            <a:ext cx="1482428" cy="1408306"/>
          </a:xfrm>
          <a:custGeom>
            <a:avLst/>
            <a:gdLst/>
            <a:ahLst/>
            <a:cxnLst/>
            <a:rect r="r" b="b" t="t" l="l"/>
            <a:pathLst>
              <a:path h="1408306" w="1482428">
                <a:moveTo>
                  <a:pt x="0" y="0"/>
                </a:moveTo>
                <a:lnTo>
                  <a:pt x="1482428" y="0"/>
                </a:lnTo>
                <a:lnTo>
                  <a:pt x="1482428" y="1408306"/>
                </a:lnTo>
                <a:lnTo>
                  <a:pt x="0" y="14083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6" id="76"/>
          <p:cNvSpPr txBox="true"/>
          <p:nvPr/>
        </p:nvSpPr>
        <p:spPr>
          <a:xfrm rot="0">
            <a:off x="3749527" y="563912"/>
            <a:ext cx="3661988" cy="4585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Creación de contenido audiovisual digital multimedia.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Grabación o Streaming en directo multiplataformas.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Edición multiformato (Video, Audio e Imagen)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Branding de Logotipos y Marcas.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Web Scrapping, Crawling y SEO..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Analíticas avanzadas de datos, ciencias de datos y flujo de base de datos.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Administración y moderacion de. servidores con mantenimiento. Maganer de comunidades.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Soporte Técnico al Cliente.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Auditoria Ciberseguridad.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Diseño Grafico Vectorial.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Ilustración Digital.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Artista.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Creativo.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Programador.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Compositor musical digital.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Fotografía.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Organizacion Torneos o Eventos Gaming.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Marketing y Publishing.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Cloud Computing.</a:t>
            </a:r>
          </a:p>
          <a:p>
            <a:pPr algn="l" marL="237489" indent="-118744" lvl="1">
              <a:lnSpc>
                <a:spcPts val="1512"/>
              </a:lnSpc>
              <a:buFont typeface="Arial"/>
              <a:buChar char="•"/>
            </a:pPr>
            <a:r>
              <a:rPr lang="en-US" b="true" sz="1099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Social Networking.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4792281" y="207844"/>
            <a:ext cx="125521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EXPERIENCIA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698383" y="233242"/>
            <a:ext cx="854125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IDIOMAS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214597" y="700950"/>
            <a:ext cx="1204020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Español - Natal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214597" y="1132036"/>
            <a:ext cx="737890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Ingles - 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214597" y="1563121"/>
            <a:ext cx="1972717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Portugués - Low Experience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228440" y="1994207"/>
            <a:ext cx="180647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Italiano - Low Experience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247110" y="2425293"/>
            <a:ext cx="182805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Frances - Low Experience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247110" y="2866338"/>
            <a:ext cx="1876425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Japones - Low Experience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157957" y="3376169"/>
            <a:ext cx="161463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REDES SOCIALES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984668" y="4013743"/>
            <a:ext cx="2029420" cy="342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3"/>
              </a:lnSpc>
            </a:pPr>
            <a:r>
              <a:rPr lang="en-US" b="true" sz="1881" u="sng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@CiszukoAntony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688021" y="3707005"/>
            <a:ext cx="2693789" cy="342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3"/>
              </a:lnSpc>
            </a:pPr>
            <a:r>
              <a:rPr lang="en-US" sz="18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Me encontraras como: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913792" y="1150155"/>
            <a:ext cx="2572833" cy="2383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51130" indent="-75565" lvl="1">
              <a:lnSpc>
                <a:spcPts val="97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6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EF SET B1 (43/100, ID WMJgBe) Penn ELP Business English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4137250" y="5319663"/>
            <a:ext cx="2933849" cy="259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b="true" sz="14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HABILIDADES EN PROGRAMACION 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3968160" y="5778052"/>
            <a:ext cx="287833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Python, Julia (P-Langs and Data Science)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3968160" y="6209138"/>
            <a:ext cx="3095774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94310" indent="-97155" lvl="1">
              <a:lnSpc>
                <a:spcPts val="1260"/>
              </a:lnSpc>
              <a:buFont typeface="Arial"/>
              <a:buChar char="•"/>
            </a:pPr>
            <a:r>
              <a:rPr lang="en-US" sz="9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JavaScript (JS, MJS) TypeScript (TS, MTS), Lua/Luau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3968160" y="6630699"/>
            <a:ext cx="3081744" cy="143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72721" indent="-86360" lvl="1">
              <a:lnSpc>
                <a:spcPts val="1120"/>
              </a:lnSpc>
              <a:buFont typeface="Arial"/>
              <a:buChar char="•"/>
            </a:pPr>
            <a:r>
              <a:rPr lang="en-US" b="true" sz="8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React (Framework), Node.js, Express.js, Next.js (Backend)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3982003" y="7071309"/>
            <a:ext cx="233094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Java, C, C++, C#, Docker, Django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3982003" y="7502395"/>
            <a:ext cx="2441674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Ruby, Perl, R, Rust, ASM, Kotlin, Swift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3982003" y="8364567"/>
            <a:ext cx="1698129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SASS, LESS (UI, UX), XML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3982003" y="8795652"/>
            <a:ext cx="1942356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SQL, DB, SQLite (DATABASE)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3982003" y="9226738"/>
            <a:ext cx="3101727" cy="148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94310" indent="-97155" lvl="1">
              <a:lnSpc>
                <a:spcPts val="1260"/>
              </a:lnSpc>
              <a:buFont typeface="Arial"/>
              <a:buChar char="•"/>
            </a:pPr>
            <a:r>
              <a:rPr lang="en-US" b="true" sz="9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Linux, Mac, Powershell, Batch, Shell, Bash (DevOps)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3982003" y="9657824"/>
            <a:ext cx="3098958" cy="112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40335" indent="-70168" lvl="1">
              <a:lnSpc>
                <a:spcPts val="910"/>
              </a:lnSpc>
              <a:buFont typeface="Arial"/>
              <a:buChar char="•"/>
            </a:pPr>
            <a:r>
              <a:rPr lang="en-US" b="true" sz="65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Prettier/ESLint/Ruff, Vercel, Supabase, GCP, venv, pnpm, pretify/uv/pipx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3982003" y="10083399"/>
            <a:ext cx="1983432" cy="16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1399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Git, GitHub, Gitlab, Windows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4046117" y="10304398"/>
            <a:ext cx="23698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90%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4048974" y="9878201"/>
            <a:ext cx="22794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70%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4046117" y="9450109"/>
            <a:ext cx="235646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35%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4042263" y="9019023"/>
            <a:ext cx="23950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60%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4045450" y="8590454"/>
            <a:ext cx="22794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70%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4016981" y="8156851"/>
            <a:ext cx="240537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85%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4076277" y="7728283"/>
            <a:ext cx="153689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7%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4032320" y="7297197"/>
            <a:ext cx="209859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10%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4053224" y="6002121"/>
            <a:ext cx="240685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80%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4042183" y="6435026"/>
            <a:ext cx="232090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20%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4023967" y="6862474"/>
            <a:ext cx="243946" cy="14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4"/>
              </a:lnSpc>
              <a:spcBef>
                <a:spcPct val="0"/>
              </a:spcBef>
            </a:pPr>
            <a:r>
              <a:rPr lang="en-US" b="true" sz="896" i="true">
                <a:solidFill>
                  <a:srgbClr val="000000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45%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915220" y="8409017"/>
            <a:ext cx="1935807" cy="259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PROYECTOS ACTUALES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19100" y="321574"/>
            <a:ext cx="6739408" cy="76246"/>
            <a:chOff x="0" y="0"/>
            <a:chExt cx="4489956" cy="50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89956" cy="50800"/>
            </a:xfrm>
            <a:custGeom>
              <a:avLst/>
              <a:gdLst/>
              <a:ahLst/>
              <a:cxnLst/>
              <a:rect r="r" b="b" t="t" l="l"/>
              <a:pathLst>
                <a:path h="50800" w="4489956">
                  <a:moveTo>
                    <a:pt x="25400" y="0"/>
                  </a:moveTo>
                  <a:lnTo>
                    <a:pt x="4464556" y="0"/>
                  </a:lnTo>
                  <a:cubicBezTo>
                    <a:pt x="4471292" y="0"/>
                    <a:pt x="4477753" y="2676"/>
                    <a:pt x="4482516" y="7439"/>
                  </a:cubicBezTo>
                  <a:cubicBezTo>
                    <a:pt x="4487280" y="12203"/>
                    <a:pt x="4489956" y="18664"/>
                    <a:pt x="4489956" y="25400"/>
                  </a:cubicBezTo>
                  <a:lnTo>
                    <a:pt x="4489956" y="25400"/>
                  </a:lnTo>
                  <a:cubicBezTo>
                    <a:pt x="4489956" y="39428"/>
                    <a:pt x="4478584" y="50800"/>
                    <a:pt x="44645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385245" y="9574970"/>
            <a:ext cx="1269997" cy="635003"/>
            <a:chOff x="0" y="0"/>
            <a:chExt cx="1693329" cy="84667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93291" cy="846709"/>
            </a:xfrm>
            <a:custGeom>
              <a:avLst/>
              <a:gdLst/>
              <a:ahLst/>
              <a:cxnLst/>
              <a:rect r="r" b="b" t="t" l="l"/>
              <a:pathLst>
                <a:path h="846709" w="1693291">
                  <a:moveTo>
                    <a:pt x="0" y="0"/>
                  </a:moveTo>
                  <a:lnTo>
                    <a:pt x="1693291" y="0"/>
                  </a:lnTo>
                  <a:lnTo>
                    <a:pt x="1693291" y="846709"/>
                  </a:lnTo>
                  <a:lnTo>
                    <a:pt x="0" y="846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2" b="4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261449" y="5317273"/>
            <a:ext cx="3894712" cy="4098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Proactividad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Motivación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Pensamiento analítico, estratégico y critico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Innovación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Toma de decisiones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Flexibilidad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Comunicación efectiva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Creatividad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Resolución de problemas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Trabajo en equipo y Colaboración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Gestión del tiempo y proyectos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Adaptabilidad con Capacidad de aprendizaje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Liderazgo</a:t>
            </a:r>
          </a:p>
          <a:p>
            <a:pPr algn="l" marL="215899" indent="-107950" lvl="1">
              <a:lnSpc>
                <a:spcPts val="2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Responsabilidad y Autonomía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10296" y="5219299"/>
            <a:ext cx="6739408" cy="76246"/>
            <a:chOff x="0" y="0"/>
            <a:chExt cx="4489956" cy="50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89956" cy="50800"/>
            </a:xfrm>
            <a:custGeom>
              <a:avLst/>
              <a:gdLst/>
              <a:ahLst/>
              <a:cxnLst/>
              <a:rect r="r" b="b" t="t" l="l"/>
              <a:pathLst>
                <a:path h="50800" w="4489956">
                  <a:moveTo>
                    <a:pt x="25400" y="0"/>
                  </a:moveTo>
                  <a:lnTo>
                    <a:pt x="4464556" y="0"/>
                  </a:lnTo>
                  <a:cubicBezTo>
                    <a:pt x="4471292" y="0"/>
                    <a:pt x="4477753" y="2676"/>
                    <a:pt x="4482516" y="7439"/>
                  </a:cubicBezTo>
                  <a:cubicBezTo>
                    <a:pt x="4487280" y="12203"/>
                    <a:pt x="4489956" y="18664"/>
                    <a:pt x="4489956" y="25400"/>
                  </a:cubicBezTo>
                  <a:lnTo>
                    <a:pt x="4489956" y="25400"/>
                  </a:lnTo>
                  <a:cubicBezTo>
                    <a:pt x="4489956" y="39428"/>
                    <a:pt x="4478584" y="50800"/>
                    <a:pt x="44645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307834" y="9498724"/>
            <a:ext cx="6739408" cy="76246"/>
            <a:chOff x="0" y="0"/>
            <a:chExt cx="4489956" cy="50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89956" cy="50800"/>
            </a:xfrm>
            <a:custGeom>
              <a:avLst/>
              <a:gdLst/>
              <a:ahLst/>
              <a:cxnLst/>
              <a:rect r="r" b="b" t="t" l="l"/>
              <a:pathLst>
                <a:path h="50800" w="4489956">
                  <a:moveTo>
                    <a:pt x="25400" y="0"/>
                  </a:moveTo>
                  <a:lnTo>
                    <a:pt x="4464556" y="0"/>
                  </a:lnTo>
                  <a:cubicBezTo>
                    <a:pt x="4471292" y="0"/>
                    <a:pt x="4477753" y="2676"/>
                    <a:pt x="4482516" y="7439"/>
                  </a:cubicBezTo>
                  <a:cubicBezTo>
                    <a:pt x="4487280" y="12203"/>
                    <a:pt x="4489956" y="18664"/>
                    <a:pt x="4489956" y="25400"/>
                  </a:cubicBezTo>
                  <a:lnTo>
                    <a:pt x="4489956" y="25400"/>
                  </a:lnTo>
                  <a:cubicBezTo>
                    <a:pt x="4489956" y="39428"/>
                    <a:pt x="4478584" y="50800"/>
                    <a:pt x="4464556" y="50800"/>
                  </a:cubicBezTo>
                  <a:lnTo>
                    <a:pt x="25400" y="50800"/>
                  </a:lnTo>
                  <a:cubicBezTo>
                    <a:pt x="11372" y="50800"/>
                    <a:pt x="0" y="39428"/>
                    <a:pt x="0" y="254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3575077" y="5462655"/>
            <a:ext cx="204923" cy="4112315"/>
            <a:chOff x="0" y="0"/>
            <a:chExt cx="136525" cy="273989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6525" cy="2739896"/>
            </a:xfrm>
            <a:custGeom>
              <a:avLst/>
              <a:gdLst/>
              <a:ahLst/>
              <a:cxnLst/>
              <a:rect r="r" b="b" t="t" l="l"/>
              <a:pathLst>
                <a:path h="2739896" w="136525">
                  <a:moveTo>
                    <a:pt x="68262" y="0"/>
                  </a:moveTo>
                  <a:lnTo>
                    <a:pt x="68262" y="0"/>
                  </a:lnTo>
                  <a:cubicBezTo>
                    <a:pt x="86367" y="0"/>
                    <a:pt x="103729" y="7192"/>
                    <a:pt x="116531" y="19994"/>
                  </a:cubicBezTo>
                  <a:cubicBezTo>
                    <a:pt x="129333" y="32795"/>
                    <a:pt x="136525" y="50158"/>
                    <a:pt x="136525" y="68262"/>
                  </a:cubicBezTo>
                  <a:lnTo>
                    <a:pt x="136525" y="2671633"/>
                  </a:lnTo>
                  <a:cubicBezTo>
                    <a:pt x="136525" y="2689738"/>
                    <a:pt x="129333" y="2707100"/>
                    <a:pt x="116531" y="2719902"/>
                  </a:cubicBezTo>
                  <a:cubicBezTo>
                    <a:pt x="103729" y="2732704"/>
                    <a:pt x="86367" y="2739896"/>
                    <a:pt x="68262" y="2739896"/>
                  </a:cubicBezTo>
                  <a:lnTo>
                    <a:pt x="68262" y="2739896"/>
                  </a:lnTo>
                  <a:cubicBezTo>
                    <a:pt x="50158" y="2739896"/>
                    <a:pt x="32795" y="2732704"/>
                    <a:pt x="19994" y="2719902"/>
                  </a:cubicBezTo>
                  <a:cubicBezTo>
                    <a:pt x="7192" y="2707100"/>
                    <a:pt x="0" y="2689738"/>
                    <a:pt x="0" y="2671633"/>
                  </a:cubicBezTo>
                  <a:lnTo>
                    <a:pt x="0" y="68262"/>
                  </a:lnTo>
                  <a:cubicBezTo>
                    <a:pt x="0" y="50158"/>
                    <a:pt x="7192" y="32795"/>
                    <a:pt x="19994" y="19994"/>
                  </a:cubicBezTo>
                  <a:cubicBezTo>
                    <a:pt x="32795" y="7192"/>
                    <a:pt x="50158" y="0"/>
                    <a:pt x="68262" y="0"/>
                  </a:cubicBezTo>
                  <a:close/>
                </a:path>
              </a:pathLst>
            </a:custGeom>
            <a:solidFill>
              <a:srgbClr val="0F004B"/>
            </a:solidFill>
          </p:spPr>
        </p:sp>
      </p:grpSp>
      <p:sp>
        <p:nvSpPr>
          <p:cNvPr name="Freeform 13" id="13"/>
          <p:cNvSpPr/>
          <p:nvPr/>
        </p:nvSpPr>
        <p:spPr>
          <a:xfrm flipH="false" flipV="false" rot="0">
            <a:off x="2085562" y="6333294"/>
            <a:ext cx="1313078" cy="1582021"/>
          </a:xfrm>
          <a:custGeom>
            <a:avLst/>
            <a:gdLst/>
            <a:ahLst/>
            <a:cxnLst/>
            <a:rect r="r" b="b" t="t" l="l"/>
            <a:pathLst>
              <a:path h="1582021" w="1313078">
                <a:moveTo>
                  <a:pt x="0" y="0"/>
                </a:moveTo>
                <a:lnTo>
                  <a:pt x="1313078" y="0"/>
                </a:lnTo>
                <a:lnTo>
                  <a:pt x="1313078" y="1582022"/>
                </a:lnTo>
                <a:lnTo>
                  <a:pt x="0" y="15820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4382573" y="765269"/>
            <a:ext cx="3024000" cy="4086486"/>
          </a:xfrm>
          <a:custGeom>
            <a:avLst/>
            <a:gdLst/>
            <a:ahLst/>
            <a:cxnLst/>
            <a:rect r="r" b="b" t="t" l="l"/>
            <a:pathLst>
              <a:path h="4086486" w="3024000">
                <a:moveTo>
                  <a:pt x="0" y="0"/>
                </a:moveTo>
                <a:lnTo>
                  <a:pt x="3024000" y="0"/>
                </a:lnTo>
                <a:lnTo>
                  <a:pt x="3024000" y="4086486"/>
                </a:lnTo>
                <a:lnTo>
                  <a:pt x="0" y="40864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7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02162" y="1504533"/>
            <a:ext cx="3024000" cy="2766960"/>
          </a:xfrm>
          <a:custGeom>
            <a:avLst/>
            <a:gdLst/>
            <a:ahLst/>
            <a:cxnLst/>
            <a:rect r="r" b="b" t="t" l="l"/>
            <a:pathLst>
              <a:path h="2766960" w="3024000">
                <a:moveTo>
                  <a:pt x="0" y="0"/>
                </a:moveTo>
                <a:lnTo>
                  <a:pt x="3024000" y="0"/>
                </a:lnTo>
                <a:lnTo>
                  <a:pt x="3024000" y="2766960"/>
                </a:lnTo>
                <a:lnTo>
                  <a:pt x="0" y="27669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3960975" y="5911886"/>
            <a:ext cx="3024000" cy="3024000"/>
          </a:xfrm>
          <a:custGeom>
            <a:avLst/>
            <a:gdLst/>
            <a:ahLst/>
            <a:cxnLst/>
            <a:rect r="r" b="b" t="t" l="l"/>
            <a:pathLst>
              <a:path h="3024000" w="3024000">
                <a:moveTo>
                  <a:pt x="0" y="0"/>
                </a:moveTo>
                <a:lnTo>
                  <a:pt x="3024000" y="0"/>
                </a:lnTo>
                <a:lnTo>
                  <a:pt x="3024000" y="3024000"/>
                </a:lnTo>
                <a:lnTo>
                  <a:pt x="0" y="30240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24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427742" y="461962"/>
            <a:ext cx="3928573" cy="445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4"/>
              </a:lnSpc>
            </a:pP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Cisco: HTML, CSS, Python 1 y 2, Modern AI, Digital Awareness.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IBM SkillsBuild: Open Source, IT, UI-UX, Digital Marketing.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Microsoft Learn: servicios en la nube (4 modulos).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HP LIFE: Ciencia de Datos, Comunicacion, Marketing Social, Financiamiento.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Destrezas Digitales, Ciberseguridad, Planificacion IA, Experiencia Cliente.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Online ES: Python, Ciencia de Datos, Ciberseguridad, Storytelling, Ads Social.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Agile/Proyectos, Excel, Publicidad digital, Pensamiento creativo/critico, SEO.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SimpleLearn: Python and React.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Otros Cursos: ChatGPT, IA, Python, ingles, Photoshop, CapCut, Edición, YouTube.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Monetizar canal, Finanzas personales.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16Personalities: Arquitecto (INTJ-A)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Curso avanzado de administración de sistemas Windows y Google Skills.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Certificado en seguridad informática de Microsoft Cloud Azure.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Certificación en desarrollo de IBM.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MIT OpenSoruce Lincese Github Distribution.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IBM, Microsoft y Google Skills.</a:t>
            </a:r>
          </a:p>
          <a:p>
            <a:pPr algn="l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Muchos mas y comprobados en mi website...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92569" y="196402"/>
            <a:ext cx="144318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CERTIFICADOS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385245" y="194279"/>
            <a:ext cx="81706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LOGROS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274779" y="736950"/>
            <a:ext cx="2874925" cy="428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Gestioné y coordiné un equipo creativo para la producción de multimedia digital, asegurando la calidad y cumplimiento de plazos.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Lideré la creación y desarrollo de contenido digital para plataformas en línea, alcanzando un crecimiento significativo en seguidores y engagement.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Diseñé estrategias innovadoras para potenciar la presencia digital y optimizar el posicionamiento en redes sociales.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Implementé soluciones tecnológicas para mejorar la interacción con el público y maximizar el alcance de los proyectos.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Gestioné la edición y publicación de videos, mejorando la calidad y atractivo visual del canal.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Implementé estrategias de SEO y marketing digital para aumentar la visibilidad de los contenidos.</a:t>
            </a:r>
          </a:p>
          <a:p>
            <a:pPr algn="ctr" marL="215899" indent="-107950" lvl="1">
              <a:lnSpc>
                <a:spcPts val="1374"/>
              </a:lnSpc>
              <a:buFont typeface="Arial"/>
              <a:buChar char="•"/>
            </a:pPr>
            <a:r>
              <a:rPr lang="en-US" b="true" sz="999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Desarrollé y mantuve canales digitales utilizando herramientas multimedia para incrementar el engagement.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34140" y="9684827"/>
            <a:ext cx="3971925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b="true" sz="1200" i="true">
                <a:solidFill>
                  <a:srgbClr val="000000"/>
                </a:solidFill>
                <a:latin typeface="Poppins Medium Italics"/>
                <a:ea typeface="Poppins Medium Italics"/>
                <a:cs typeface="Poppins Medium Italics"/>
                <a:sym typeface="Poppins Medium Italics"/>
              </a:rPr>
              <a:t> ¡Gracias por leery espero conectar contigo pronto!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27742" y="10248073"/>
            <a:ext cx="6499593" cy="1555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b="true" sz="8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Doy mi consentimiento para el procesamiento de mis datos personales para el proceso de selección del puesto que solicito.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235213" y="9927770"/>
            <a:ext cx="1847552" cy="2076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- Francisco Garcia A. M.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849452" y="5068987"/>
            <a:ext cx="1861096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b="true" sz="1599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APTITUDES (FODA)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825536" y="5561747"/>
            <a:ext cx="3520574" cy="3775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E1242"/>
                </a:solidFill>
                <a:latin typeface="Poppins Bold"/>
                <a:ea typeface="Poppins Bold"/>
                <a:cs typeface="Poppins Bold"/>
                <a:sym typeface="Poppins Bold"/>
              </a:rPr>
              <a:t>FORTALEZAS: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Multidisciplinario; proyecto real verificable (monorepo + CI/CD +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seguridad); 55+ certificados reales; gestión de producto; dominio de IA;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GitHub avanzado.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5E17EB"/>
                </a:solidFill>
                <a:latin typeface="Poppins Bold"/>
                <a:ea typeface="Poppins Bold"/>
                <a:cs typeface="Poppins Bold"/>
                <a:sym typeface="Poppins Bold"/>
              </a:rPr>
              <a:t>OPORTUNIDADES: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Formación </a:t>
            </a: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universitaria; mercado full-stack; ecosistema Cloud desplegado; monetización; expansión.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2B0303"/>
                </a:solidFill>
                <a:latin typeface="Poppins Bold"/>
                <a:ea typeface="Poppins Bold"/>
                <a:cs typeface="Poppins Bold"/>
                <a:sym typeface="Poppins Bold"/>
              </a:rPr>
              <a:t>DEBILIDADES: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JS/TS inicial (20-25%); Docker/Linux/VPS bajos (10-25%);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Java/C/C++/C# básicos; PostgreSQL avanzado en desarrollo; internet inestable.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FF3131"/>
                </a:solidFill>
                <a:latin typeface="Poppins Bold"/>
                <a:ea typeface="Poppins Bold"/>
                <a:cs typeface="Poppins Bold"/>
                <a:sym typeface="Poppins Bold"/>
              </a:rPr>
              <a:t>AMENAZAS:</a:t>
            </a:r>
          </a:p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b="true" sz="1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Competencia y demanda; dependencia de Vercel, Supabase de modelos Freemium y geo ubicación actual.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DAHW_odI_Ro</dc:identifier>
  <dcterms:modified xsi:type="dcterms:W3CDTF">2011-08-01T06:04:30Z</dcterms:modified>
  <cp:revision>1</cp:revision>
  <dc:title>CV-Curriculum-Custom-Francisco_Garcia_Menolascina_Antonio-2026-Oficial</dc:title>
</cp:coreProperties>
</file>