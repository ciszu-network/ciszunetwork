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7556500" cy="10693400"/>
  <p:notesSz cx="6858000" cy="9144000"/>
  <p:embeddedFontLst>
    <p:embeddedFont>
      <p:font typeface="Poppins" charset="1" panose="00000500000000000000"/>
      <p:regular r:id="rId8"/>
    </p:embeddedFont>
    <p:embeddedFont>
      <p:font typeface="Poppins Medium Italics" charset="1" panose="00000600000000000000"/>
      <p:regular r:id="rId9"/>
    </p:embeddedFont>
    <p:embeddedFont>
      <p:font typeface="Poppins Medium" charset="1" panose="00000600000000000000"/>
      <p:regular r:id="rId10"/>
    </p:embeddedFont>
    <p:embeddedFont>
      <p:font typeface="Liberation Sans Bold Italics" charset="1" panose="020B0704020202090204"/>
      <p:regular r:id="rId11"/>
    </p:embeddedFont>
    <p:embeddedFont>
      <p:font typeface="Poppins Bold" charset="1" panose="00000800000000000000"/>
      <p:regular r:id="rId12"/>
    </p:embeddedFont>
    <p:embeddedFont>
      <p:font typeface="Poppins Bold Italics" charset="1" panose="00000800000000000000"/>
      <p:regular r:id="rId13"/>
    </p:embeddedFont>
    <p:embeddedFont>
      <p:font typeface="Poppins Italics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jpeg" Type="http://schemas.openxmlformats.org/officeDocument/2006/relationships/image"/><Relationship Id="rId20" Target="mailto:fplayersoffcial@gmail.com" TargetMode="External" Type="http://schemas.openxmlformats.org/officeDocument/2006/relationships/hyperlink"/><Relationship Id="rId21" Target="mailto:fplayersoffcial@gmail.com" TargetMode="External" Type="http://schemas.openxmlformats.org/officeDocument/2006/relationships/hyperlink"/><Relationship Id="rId22" Target="https://www.linkedin.com/in/ciszukoantony" TargetMode="External" Type="http://schemas.openxmlformats.org/officeDocument/2006/relationships/hyperlink"/><Relationship Id="rId23" Target="https://www.linkedin.com/in/ciszukoantony" TargetMode="External" Type="http://schemas.openxmlformats.org/officeDocument/2006/relationships/hyperlink"/><Relationship Id="rId24" Target="https://www.linkedin.com/in/ciszukoantony" TargetMode="External" Type="http://schemas.openxmlformats.org/officeDocument/2006/relationships/hyperlink"/><Relationship Id="rId25" Target="https://www.linkedin.com/in/ciszukoantony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37671" y="1006822"/>
            <a:ext cx="2218057" cy="2218057"/>
            <a:chOff x="0" y="0"/>
            <a:chExt cx="1088390" cy="1088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8390" cy="1088390"/>
            </a:xfrm>
            <a:custGeom>
              <a:avLst/>
              <a:gdLst/>
              <a:ahLst/>
              <a:cxnLst/>
              <a:rect r="r" b="b" t="t" l="l"/>
              <a:pathLst>
                <a:path h="1088390" w="1088390">
                  <a:moveTo>
                    <a:pt x="467387" y="0"/>
                  </a:moveTo>
                  <a:lnTo>
                    <a:pt x="621003" y="0"/>
                  </a:lnTo>
                  <a:cubicBezTo>
                    <a:pt x="744962" y="0"/>
                    <a:pt x="863843" y="49242"/>
                    <a:pt x="951495" y="136895"/>
                  </a:cubicBezTo>
                  <a:cubicBezTo>
                    <a:pt x="1039148" y="224547"/>
                    <a:pt x="1088390" y="343428"/>
                    <a:pt x="1088390" y="467387"/>
                  </a:cubicBezTo>
                  <a:lnTo>
                    <a:pt x="1088390" y="621003"/>
                  </a:lnTo>
                  <a:cubicBezTo>
                    <a:pt x="1088390" y="744962"/>
                    <a:pt x="1039148" y="863843"/>
                    <a:pt x="951495" y="951495"/>
                  </a:cubicBezTo>
                  <a:cubicBezTo>
                    <a:pt x="863843" y="1039148"/>
                    <a:pt x="744962" y="1088390"/>
                    <a:pt x="621003" y="1088390"/>
                  </a:cubicBezTo>
                  <a:lnTo>
                    <a:pt x="467387" y="1088390"/>
                  </a:lnTo>
                  <a:cubicBezTo>
                    <a:pt x="343428" y="1088390"/>
                    <a:pt x="224547" y="1039148"/>
                    <a:pt x="136895" y="951495"/>
                  </a:cubicBezTo>
                  <a:cubicBezTo>
                    <a:pt x="49242" y="863843"/>
                    <a:pt x="0" y="744962"/>
                    <a:pt x="0" y="621003"/>
                  </a:cubicBezTo>
                  <a:lnTo>
                    <a:pt x="0" y="467387"/>
                  </a:lnTo>
                  <a:cubicBezTo>
                    <a:pt x="0" y="343428"/>
                    <a:pt x="49242" y="224547"/>
                    <a:pt x="136895" y="136895"/>
                  </a:cubicBezTo>
                  <a:cubicBezTo>
                    <a:pt x="224547" y="49242"/>
                    <a:pt x="343428" y="0"/>
                    <a:pt x="46738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  <a:ln w="66675" cap="rnd">
              <a:gradFill>
                <a:gsLst>
                  <a:gs pos="0">
                    <a:srgbClr val="7FFAFF">
                      <a:alpha val="100000"/>
                    </a:srgbClr>
                  </a:gs>
                  <a:gs pos="100000">
                    <a:srgbClr val="4C2FFD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81000" y="756000"/>
            <a:ext cx="6798059" cy="50797"/>
            <a:chOff x="0" y="0"/>
            <a:chExt cx="6798056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98056" cy="50800"/>
            </a:xfrm>
            <a:custGeom>
              <a:avLst/>
              <a:gdLst/>
              <a:ahLst/>
              <a:cxnLst/>
              <a:rect r="r" b="b" t="t" l="l"/>
              <a:pathLst>
                <a:path h="50800" w="6798056">
                  <a:moveTo>
                    <a:pt x="25400" y="0"/>
                  </a:moveTo>
                  <a:lnTo>
                    <a:pt x="6772656" y="0"/>
                  </a:lnTo>
                  <a:cubicBezTo>
                    <a:pt x="6779393" y="0"/>
                    <a:pt x="6785853" y="2676"/>
                    <a:pt x="6790617" y="7439"/>
                  </a:cubicBezTo>
                  <a:cubicBezTo>
                    <a:pt x="6795381" y="12203"/>
                    <a:pt x="6798056" y="18664"/>
                    <a:pt x="6798056" y="25400"/>
                  </a:cubicBezTo>
                  <a:lnTo>
                    <a:pt x="6798056" y="25400"/>
                  </a:lnTo>
                  <a:cubicBezTo>
                    <a:pt x="6798056" y="39428"/>
                    <a:pt x="6786684" y="50800"/>
                    <a:pt x="6772656" y="50800"/>
                  </a:cubicBezTo>
                  <a:lnTo>
                    <a:pt x="25400" y="50800"/>
                  </a:lnTo>
                  <a:cubicBezTo>
                    <a:pt x="11372" y="50800"/>
                    <a:pt x="0" y="39428"/>
                    <a:pt x="0" y="25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0F004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87029" y="3646905"/>
            <a:ext cx="6798059" cy="50797"/>
            <a:chOff x="0" y="0"/>
            <a:chExt cx="6798056" cy="50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98056" cy="50800"/>
            </a:xfrm>
            <a:custGeom>
              <a:avLst/>
              <a:gdLst/>
              <a:ahLst/>
              <a:cxnLst/>
              <a:rect r="r" b="b" t="t" l="l"/>
              <a:pathLst>
                <a:path h="50800" w="6798056">
                  <a:moveTo>
                    <a:pt x="25400" y="0"/>
                  </a:moveTo>
                  <a:lnTo>
                    <a:pt x="6772656" y="0"/>
                  </a:lnTo>
                  <a:cubicBezTo>
                    <a:pt x="6779393" y="0"/>
                    <a:pt x="6785853" y="2676"/>
                    <a:pt x="6790617" y="7439"/>
                  </a:cubicBezTo>
                  <a:cubicBezTo>
                    <a:pt x="6795381" y="12203"/>
                    <a:pt x="6798056" y="18664"/>
                    <a:pt x="6798056" y="25400"/>
                  </a:cubicBezTo>
                  <a:lnTo>
                    <a:pt x="6798056" y="25400"/>
                  </a:lnTo>
                  <a:cubicBezTo>
                    <a:pt x="6798056" y="39428"/>
                    <a:pt x="6786684" y="50800"/>
                    <a:pt x="6772656" y="50800"/>
                  </a:cubicBezTo>
                  <a:lnTo>
                    <a:pt x="25400" y="50800"/>
                  </a:lnTo>
                  <a:cubicBezTo>
                    <a:pt x="11372" y="50800"/>
                    <a:pt x="0" y="39428"/>
                    <a:pt x="0" y="25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0F004B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356464" y="2115850"/>
            <a:ext cx="193868" cy="191930"/>
          </a:xfrm>
          <a:custGeom>
            <a:avLst/>
            <a:gdLst/>
            <a:ahLst/>
            <a:cxnLst/>
            <a:rect r="r" b="b" t="t" l="l"/>
            <a:pathLst>
              <a:path h="191930" w="193868">
                <a:moveTo>
                  <a:pt x="0" y="0"/>
                </a:moveTo>
                <a:lnTo>
                  <a:pt x="193869" y="0"/>
                </a:lnTo>
                <a:lnTo>
                  <a:pt x="193869" y="191930"/>
                </a:lnTo>
                <a:lnTo>
                  <a:pt x="0" y="1919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3410" y="2307780"/>
            <a:ext cx="199977" cy="199977"/>
          </a:xfrm>
          <a:custGeom>
            <a:avLst/>
            <a:gdLst/>
            <a:ahLst/>
            <a:cxnLst/>
            <a:rect r="r" b="b" t="t" l="l"/>
            <a:pathLst>
              <a:path h="199977" w="199977">
                <a:moveTo>
                  <a:pt x="0" y="0"/>
                </a:moveTo>
                <a:lnTo>
                  <a:pt x="199977" y="0"/>
                </a:lnTo>
                <a:lnTo>
                  <a:pt x="199977" y="199977"/>
                </a:lnTo>
                <a:lnTo>
                  <a:pt x="0" y="199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59795" y="2677880"/>
            <a:ext cx="187206" cy="187206"/>
          </a:xfrm>
          <a:custGeom>
            <a:avLst/>
            <a:gdLst/>
            <a:ahLst/>
            <a:cxnLst/>
            <a:rect r="r" b="b" t="t" l="l"/>
            <a:pathLst>
              <a:path h="187206" w="187206">
                <a:moveTo>
                  <a:pt x="0" y="0"/>
                </a:moveTo>
                <a:lnTo>
                  <a:pt x="187207" y="0"/>
                </a:lnTo>
                <a:lnTo>
                  <a:pt x="187207" y="187207"/>
                </a:lnTo>
                <a:lnTo>
                  <a:pt x="0" y="1872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55830" y="1558095"/>
            <a:ext cx="195136" cy="195136"/>
          </a:xfrm>
          <a:custGeom>
            <a:avLst/>
            <a:gdLst/>
            <a:ahLst/>
            <a:cxnLst/>
            <a:rect r="r" b="b" t="t" l="l"/>
            <a:pathLst>
              <a:path h="195136" w="195136">
                <a:moveTo>
                  <a:pt x="0" y="0"/>
                </a:moveTo>
                <a:lnTo>
                  <a:pt x="195137" y="0"/>
                </a:lnTo>
                <a:lnTo>
                  <a:pt x="195137" y="195136"/>
                </a:lnTo>
                <a:lnTo>
                  <a:pt x="0" y="195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58186" y="1926855"/>
            <a:ext cx="190425" cy="190425"/>
          </a:xfrm>
          <a:custGeom>
            <a:avLst/>
            <a:gdLst/>
            <a:ahLst/>
            <a:cxnLst/>
            <a:rect r="r" b="b" t="t" l="l"/>
            <a:pathLst>
              <a:path h="190425" w="190425">
                <a:moveTo>
                  <a:pt x="0" y="0"/>
                </a:moveTo>
                <a:lnTo>
                  <a:pt x="190425" y="0"/>
                </a:lnTo>
                <a:lnTo>
                  <a:pt x="190425" y="190425"/>
                </a:lnTo>
                <a:lnTo>
                  <a:pt x="0" y="1904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58786" y="1736200"/>
            <a:ext cx="189225" cy="189225"/>
          </a:xfrm>
          <a:custGeom>
            <a:avLst/>
            <a:gdLst/>
            <a:ahLst/>
            <a:cxnLst/>
            <a:rect r="r" b="b" t="t" l="l"/>
            <a:pathLst>
              <a:path h="189225" w="189225">
                <a:moveTo>
                  <a:pt x="0" y="0"/>
                </a:moveTo>
                <a:lnTo>
                  <a:pt x="189225" y="0"/>
                </a:lnTo>
                <a:lnTo>
                  <a:pt x="189225" y="189225"/>
                </a:lnTo>
                <a:lnTo>
                  <a:pt x="0" y="189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59720" y="2507757"/>
            <a:ext cx="187357" cy="187357"/>
          </a:xfrm>
          <a:custGeom>
            <a:avLst/>
            <a:gdLst/>
            <a:ahLst/>
            <a:cxnLst/>
            <a:rect r="r" b="b" t="t" l="l"/>
            <a:pathLst>
              <a:path h="187357" w="187357">
                <a:moveTo>
                  <a:pt x="0" y="0"/>
                </a:moveTo>
                <a:lnTo>
                  <a:pt x="187357" y="0"/>
                </a:lnTo>
                <a:lnTo>
                  <a:pt x="187357" y="187357"/>
                </a:lnTo>
                <a:lnTo>
                  <a:pt x="0" y="18735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53249" y="2886209"/>
            <a:ext cx="200299" cy="171256"/>
          </a:xfrm>
          <a:custGeom>
            <a:avLst/>
            <a:gdLst/>
            <a:ahLst/>
            <a:cxnLst/>
            <a:rect r="r" b="b" t="t" l="l"/>
            <a:pathLst>
              <a:path h="171256" w="200299">
                <a:moveTo>
                  <a:pt x="0" y="0"/>
                </a:moveTo>
                <a:lnTo>
                  <a:pt x="200299" y="0"/>
                </a:lnTo>
                <a:lnTo>
                  <a:pt x="200299" y="171256"/>
                </a:lnTo>
                <a:lnTo>
                  <a:pt x="0" y="17125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55165" y="3057465"/>
            <a:ext cx="196468" cy="196468"/>
          </a:xfrm>
          <a:custGeom>
            <a:avLst/>
            <a:gdLst/>
            <a:ahLst/>
            <a:cxnLst/>
            <a:rect r="r" b="b" t="t" l="l"/>
            <a:pathLst>
              <a:path h="196468" w="196468">
                <a:moveTo>
                  <a:pt x="0" y="0"/>
                </a:moveTo>
                <a:lnTo>
                  <a:pt x="196467" y="0"/>
                </a:lnTo>
                <a:lnTo>
                  <a:pt x="196467" y="196468"/>
                </a:lnTo>
                <a:lnTo>
                  <a:pt x="0" y="19646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25605" y="1519995"/>
            <a:ext cx="3634740" cy="172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3"/>
              </a:lnSpc>
            </a:pPr>
            <a:r>
              <a:rPr lang="en-US" sz="11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Correo Electronico: </a:t>
            </a:r>
            <a:r>
              <a:rPr lang="en-US" b="true" sz="1108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  <a:hlinkClick r:id="rId20" tooltip="mailto:fplayersoffcial@gmail.com"/>
              </a:rPr>
              <a:t>fplayersoffcial@gmail.com</a:t>
            </a:r>
          </a:p>
          <a:p>
            <a:pPr algn="l">
              <a:lnSpc>
                <a:spcPts val="1523"/>
              </a:lnSpc>
            </a:pPr>
            <a:r>
              <a:rPr lang="en-US" b="true" sz="1108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Numero Telefónico: 04126858111</a:t>
            </a:r>
          </a:p>
          <a:p>
            <a:pPr algn="l">
              <a:lnSpc>
                <a:spcPts val="1523"/>
              </a:lnSpc>
            </a:pPr>
            <a:r>
              <a:rPr lang="en-US" b="true" sz="1108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Ubicacion: </a:t>
            </a:r>
            <a:r>
              <a:rPr lang="en-US" b="true" sz="1108" u="sng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  <a:hlinkClick r:id="rId21" tooltip="mailto:fplayersoffcial@gmail.com"/>
              </a:rPr>
              <a:t>MIranda, 4111 Coro</a:t>
            </a:r>
            <a:r>
              <a:rPr lang="en-US" sz="11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GMT-4.</a:t>
            </a:r>
          </a:p>
          <a:p>
            <a:pPr algn="l">
              <a:lnSpc>
                <a:spcPts val="1523"/>
              </a:lnSpc>
            </a:pPr>
            <a:r>
              <a:rPr lang="en-US" b="true" sz="1108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Género: Hombre.</a:t>
            </a:r>
          </a:p>
          <a:p>
            <a:pPr algn="l">
              <a:lnSpc>
                <a:spcPts val="1523"/>
              </a:lnSpc>
            </a:pPr>
            <a:r>
              <a:rPr lang="en-US" b="true" sz="1108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Nacionalidad: Venezuela.</a:t>
            </a:r>
          </a:p>
          <a:p>
            <a:pPr algn="l">
              <a:lnSpc>
                <a:spcPts val="1523"/>
              </a:lnSpc>
            </a:pPr>
            <a:r>
              <a:rPr lang="en-US" b="true" sz="1108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Estado civil: Soltero.</a:t>
            </a:r>
          </a:p>
          <a:p>
            <a:pPr algn="l">
              <a:lnSpc>
                <a:spcPts val="1523"/>
              </a:lnSpc>
            </a:pPr>
            <a:r>
              <a:rPr lang="en-US" b="true" sz="1108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Sitio we</a:t>
            </a:r>
            <a:r>
              <a:rPr lang="en-US" b="true" sz="1108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  <a:hlinkClick r:id="rId22" tooltip="https://www.linkedin.com/in/ciszukoantony"/>
              </a:rPr>
              <a:t>b: ​​https://ciszukoantony.vercel.app​</a:t>
            </a:r>
          </a:p>
          <a:p>
            <a:pPr algn="l">
              <a:lnSpc>
                <a:spcPts val="1523"/>
              </a:lnSpc>
            </a:pPr>
            <a:r>
              <a:rPr lang="en-US" b="true" sz="1108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LinkedIn:</a:t>
            </a:r>
            <a:r>
              <a:rPr lang="en-US" b="true" sz="1108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  <a:hlinkClick r:id="rId23" tooltip="https://www.linkedin.com/in/ciszukoantony"/>
              </a:rPr>
              <a:t> </a:t>
            </a:r>
            <a:r>
              <a:rPr lang="en-US" b="true" sz="1108" u="sng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  <a:hlinkClick r:id="rId24" tooltip="https://www.linkedin.com/in/ciszukoantony"/>
              </a:rPr>
              <a:t>​​</a:t>
            </a:r>
            <a:r>
              <a:rPr lang="en-US" b="true" sz="1108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  <a:hlinkClick r:id="rId25" tooltip="https://www.linkedin.com/in/ciszukoantony"/>
              </a:rPr>
              <a:t>https://linkedin.com/in/ciszukoantony</a:t>
            </a:r>
          </a:p>
          <a:p>
            <a:pPr algn="l">
              <a:lnSpc>
                <a:spcPts val="1523"/>
              </a:lnSpc>
            </a:pPr>
            <a:r>
              <a:rPr lang="en-US" b="true" sz="1108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Edad: </a:t>
            </a:r>
            <a:r>
              <a:rPr lang="en-US" b="true" sz="1108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17 Años.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1986" y="976627"/>
            <a:ext cx="2475161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DATOS PERSONALES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94282" y="152750"/>
            <a:ext cx="169351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i="true">
                <a:solidFill>
                  <a:srgbClr val="000000"/>
                </a:solidFill>
                <a:latin typeface="Liberation Sans Bold Italics"/>
                <a:ea typeface="Liberation Sans Bold Italics"/>
                <a:cs typeface="Liberation Sans Bold Italics"/>
                <a:sym typeface="Liberation Sans Bold Italics"/>
              </a:rPr>
              <a:t>Curriculum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235205" y="197759"/>
            <a:ext cx="598238" cy="34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6"/>
              </a:lnSpc>
            </a:pPr>
            <a:r>
              <a:rPr lang="en-US" b="true" sz="193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69593" y="3305672"/>
            <a:ext cx="2754213" cy="676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3"/>
              </a:lnSpc>
            </a:pPr>
            <a:r>
              <a:rPr lang="en-US" b="true" sz="18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FRANCISCO ANTONIO</a:t>
            </a:r>
          </a:p>
          <a:p>
            <a:pPr algn="ctr">
              <a:lnSpc>
                <a:spcPts val="2633"/>
              </a:lnSpc>
            </a:pPr>
            <a:r>
              <a:rPr lang="en-US" b="true" sz="18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GARCIA MENOLASCINA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79007" y="3953211"/>
            <a:ext cx="1353443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@CiszukoAntony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37883" y="3481488"/>
            <a:ext cx="1255216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EXPERIENCIA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3249" y="3945673"/>
            <a:ext cx="3426751" cy="480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Creación de contenido audiovisual digital multimedia.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Grabación o Streaming en directo multiplataformas.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Edición multiformato (Video, Audio e Imagen)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Branding de Logotipos y Marcas.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Web Scrapping, Crawling y SEO..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Analíticas avanzadas de datos, ciencias de datos y flujo de base de datos.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Administración y moderacion de. servidores con mantenimiento. Maganer de comunidades.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Soporte Técnico al Cliente.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Auditoria de Ciberseguridad.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Diseño Grafico Vectorial.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Artista Ilustración Digital Creativo.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Programador.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Compositor musical digital.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Fotografía.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Organizacion Torneos o Eventos Gaming.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Marketing y Publishing.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Cloud Computing.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Social Networking.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82819" y="9100603"/>
            <a:ext cx="854125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IDIOMAS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2226" y="9536213"/>
            <a:ext cx="2735312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199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Español Castellano (Latino) - Natal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8075" y="9838620"/>
            <a:ext cx="2840682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E1242"/>
                </a:solidFill>
                <a:latin typeface="Poppins Bold"/>
                <a:ea typeface="Poppins Bold"/>
                <a:cs typeface="Poppins Bold"/>
                <a:sym typeface="Poppins Bold"/>
              </a:rPr>
              <a:t>Ingles  EF SET B1 (43/100, ID WMJgBe)</a:t>
            </a:r>
          </a:p>
          <a:p>
            <a:pPr algn="ctr">
              <a:lnSpc>
                <a:spcPts val="1679"/>
              </a:lnSpc>
            </a:pPr>
            <a:r>
              <a:rPr lang="en-US" b="true" sz="1199">
                <a:solidFill>
                  <a:srgbClr val="2B0303"/>
                </a:solidFill>
                <a:latin typeface="Poppins Bold"/>
                <a:ea typeface="Poppins Bold"/>
                <a:cs typeface="Poppins Bold"/>
                <a:sym typeface="Poppins Bold"/>
              </a:rPr>
              <a:t>Penn ELP Business English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381364" y="4398981"/>
            <a:ext cx="2504777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FORMACIÓN ACADEMICA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665740" y="7039004"/>
            <a:ext cx="3487776" cy="273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07"/>
              </a:lnSpc>
              <a:spcBef>
                <a:spcPct val="0"/>
              </a:spcBef>
            </a:pPr>
            <a:r>
              <a:rPr lang="en-US" b="true" sz="1219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Ciszu Network (ciszunetwork.vercel.app)</a:t>
            </a:r>
          </a:p>
          <a:p>
            <a:pPr algn="r">
              <a:lnSpc>
                <a:spcPts val="1707"/>
              </a:lnSpc>
              <a:spcBef>
                <a:spcPct val="0"/>
              </a:spcBef>
            </a:pPr>
            <a:r>
              <a:rPr lang="en-US" b="true" sz="121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BussinessWeb de negocios con documentación.</a:t>
            </a:r>
          </a:p>
          <a:p>
            <a:pPr algn="r">
              <a:lnSpc>
                <a:spcPts val="1707"/>
              </a:lnSpc>
              <a:spcBef>
                <a:spcPct val="0"/>
              </a:spcBef>
            </a:pPr>
          </a:p>
          <a:p>
            <a:pPr algn="r">
              <a:lnSpc>
                <a:spcPts val="1707"/>
              </a:lnSpc>
              <a:spcBef>
                <a:spcPct val="0"/>
              </a:spcBef>
            </a:pPr>
            <a:r>
              <a:rPr lang="en-US" b="true" sz="1219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Ciszuko Antony (ciszukoantony.vercel.app)</a:t>
            </a:r>
          </a:p>
          <a:p>
            <a:pPr algn="r">
              <a:lnSpc>
                <a:spcPts val="1707"/>
              </a:lnSpc>
              <a:spcBef>
                <a:spcPct val="0"/>
              </a:spcBef>
            </a:pPr>
            <a:r>
              <a:rPr lang="en-US" b="true" sz="121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Personal Page, Portfolio, Cerfs, Curriculum.</a:t>
            </a:r>
          </a:p>
          <a:p>
            <a:pPr algn="r">
              <a:lnSpc>
                <a:spcPts val="1707"/>
              </a:lnSpc>
              <a:spcBef>
                <a:spcPct val="0"/>
              </a:spcBef>
            </a:pPr>
          </a:p>
          <a:p>
            <a:pPr algn="r">
              <a:lnSpc>
                <a:spcPts val="1707"/>
              </a:lnSpc>
              <a:spcBef>
                <a:spcPct val="0"/>
              </a:spcBef>
            </a:pPr>
            <a:r>
              <a:rPr lang="en-US" b="true" sz="1219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MuzicMania (muzicmania.vercel.app)</a:t>
            </a:r>
          </a:p>
          <a:p>
            <a:pPr algn="r">
              <a:lnSpc>
                <a:spcPts val="1707"/>
              </a:lnSpc>
              <a:spcBef>
                <a:spcPct val="0"/>
              </a:spcBef>
            </a:pPr>
            <a:r>
              <a:rPr lang="en-US" b="true" sz="121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Videojuego Web Online Multiplataforma.</a:t>
            </a:r>
          </a:p>
          <a:p>
            <a:pPr algn="r">
              <a:lnSpc>
                <a:spcPts val="1707"/>
              </a:lnSpc>
              <a:spcBef>
                <a:spcPct val="0"/>
              </a:spcBef>
            </a:pPr>
          </a:p>
          <a:p>
            <a:pPr algn="r">
              <a:lnSpc>
                <a:spcPts val="1707"/>
              </a:lnSpc>
              <a:spcBef>
                <a:spcPct val="0"/>
              </a:spcBef>
            </a:pPr>
            <a:r>
              <a:rPr lang="en-US" b="true" sz="1219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CiszuBot (ciszubot.vercel.app)</a:t>
            </a:r>
          </a:p>
          <a:p>
            <a:pPr algn="r">
              <a:lnSpc>
                <a:spcPts val="1707"/>
              </a:lnSpc>
              <a:spcBef>
                <a:spcPct val="0"/>
              </a:spcBef>
            </a:pPr>
            <a:r>
              <a:rPr lang="en-US" b="true" sz="121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Bot de Discord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342466" y="6508144"/>
            <a:ext cx="2212777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PROYECTOS ACTUALES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873387" y="4872691"/>
            <a:ext cx="3459063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Bachelor's Science -Monseñor Castro Falcon.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22047" y="5279554"/>
            <a:ext cx="3259959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Ingenierí</a:t>
            </a:r>
            <a:r>
              <a:rPr lang="en-US" b="true" sz="12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de Información y Sistemas en curso - Universidad Politécnica Territorial Alonso Gamero.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9100" y="321574"/>
            <a:ext cx="6739408" cy="76246"/>
            <a:chOff x="0" y="0"/>
            <a:chExt cx="4489956" cy="5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89956" cy="50800"/>
            </a:xfrm>
            <a:custGeom>
              <a:avLst/>
              <a:gdLst/>
              <a:ahLst/>
              <a:cxnLst/>
              <a:rect r="r" b="b" t="t" l="l"/>
              <a:pathLst>
                <a:path h="50800" w="4489956">
                  <a:moveTo>
                    <a:pt x="25400" y="0"/>
                  </a:moveTo>
                  <a:lnTo>
                    <a:pt x="4464556" y="0"/>
                  </a:lnTo>
                  <a:cubicBezTo>
                    <a:pt x="4471292" y="0"/>
                    <a:pt x="4477753" y="2676"/>
                    <a:pt x="4482516" y="7439"/>
                  </a:cubicBezTo>
                  <a:cubicBezTo>
                    <a:pt x="4487280" y="12203"/>
                    <a:pt x="4489956" y="18664"/>
                    <a:pt x="4489956" y="25400"/>
                  </a:cubicBezTo>
                  <a:lnTo>
                    <a:pt x="4489956" y="25400"/>
                  </a:lnTo>
                  <a:cubicBezTo>
                    <a:pt x="4489956" y="39428"/>
                    <a:pt x="4478584" y="50800"/>
                    <a:pt x="4464556" y="50800"/>
                  </a:cubicBezTo>
                  <a:lnTo>
                    <a:pt x="25400" y="50800"/>
                  </a:lnTo>
                  <a:cubicBezTo>
                    <a:pt x="11372" y="50800"/>
                    <a:pt x="0" y="39428"/>
                    <a:pt x="0" y="25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0F004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85245" y="9663063"/>
            <a:ext cx="1269997" cy="635003"/>
            <a:chOff x="0" y="0"/>
            <a:chExt cx="1693329" cy="8466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93291" cy="846709"/>
            </a:xfrm>
            <a:custGeom>
              <a:avLst/>
              <a:gdLst/>
              <a:ahLst/>
              <a:cxnLst/>
              <a:rect r="r" b="b" t="t" l="l"/>
              <a:pathLst>
                <a:path h="846709" w="1693291">
                  <a:moveTo>
                    <a:pt x="0" y="0"/>
                  </a:moveTo>
                  <a:lnTo>
                    <a:pt x="1693291" y="0"/>
                  </a:lnTo>
                  <a:lnTo>
                    <a:pt x="1693291" y="846709"/>
                  </a:lnTo>
                  <a:lnTo>
                    <a:pt x="0" y="846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7834" y="9586817"/>
            <a:ext cx="6739408" cy="76246"/>
            <a:chOff x="0" y="0"/>
            <a:chExt cx="4489956" cy="50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89956" cy="50800"/>
            </a:xfrm>
            <a:custGeom>
              <a:avLst/>
              <a:gdLst/>
              <a:ahLst/>
              <a:cxnLst/>
              <a:rect r="r" b="b" t="t" l="l"/>
              <a:pathLst>
                <a:path h="50800" w="4489956">
                  <a:moveTo>
                    <a:pt x="25400" y="0"/>
                  </a:moveTo>
                  <a:lnTo>
                    <a:pt x="4464556" y="0"/>
                  </a:lnTo>
                  <a:cubicBezTo>
                    <a:pt x="4471292" y="0"/>
                    <a:pt x="4477753" y="2676"/>
                    <a:pt x="4482516" y="7439"/>
                  </a:cubicBezTo>
                  <a:cubicBezTo>
                    <a:pt x="4487280" y="12203"/>
                    <a:pt x="4489956" y="18664"/>
                    <a:pt x="4489956" y="25400"/>
                  </a:cubicBezTo>
                  <a:lnTo>
                    <a:pt x="4489956" y="25400"/>
                  </a:lnTo>
                  <a:cubicBezTo>
                    <a:pt x="4489956" y="39428"/>
                    <a:pt x="4478584" y="50800"/>
                    <a:pt x="4464556" y="50800"/>
                  </a:cubicBezTo>
                  <a:lnTo>
                    <a:pt x="25400" y="50800"/>
                  </a:lnTo>
                  <a:cubicBezTo>
                    <a:pt x="11372" y="50800"/>
                    <a:pt x="0" y="39428"/>
                    <a:pt x="0" y="25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0F00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01951" y="623272"/>
            <a:ext cx="3740325" cy="4679283"/>
            <a:chOff x="0" y="0"/>
            <a:chExt cx="4987100" cy="623904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272796"/>
              <a:ext cx="4299629" cy="225785"/>
              <a:chOff x="0" y="0"/>
              <a:chExt cx="3224722" cy="16934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224722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3224722">
                    <a:moveTo>
                      <a:pt x="84675" y="0"/>
                    </a:moveTo>
                    <a:lnTo>
                      <a:pt x="3140047" y="0"/>
                    </a:lnTo>
                    <a:cubicBezTo>
                      <a:pt x="3162504" y="0"/>
                      <a:pt x="3184041" y="8921"/>
                      <a:pt x="3199921" y="24801"/>
                    </a:cubicBezTo>
                    <a:cubicBezTo>
                      <a:pt x="3215801" y="40680"/>
                      <a:pt x="3224722" y="62218"/>
                      <a:pt x="3224722" y="84675"/>
                    </a:cubicBezTo>
                    <a:lnTo>
                      <a:pt x="3224722" y="84675"/>
                    </a:lnTo>
                    <a:cubicBezTo>
                      <a:pt x="3224722" y="107132"/>
                      <a:pt x="3215801" y="128669"/>
                      <a:pt x="3199921" y="144549"/>
                    </a:cubicBezTo>
                    <a:cubicBezTo>
                      <a:pt x="3184041" y="160428"/>
                      <a:pt x="3162504" y="169349"/>
                      <a:pt x="3140047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272796"/>
              <a:ext cx="3590543" cy="225785"/>
              <a:chOff x="0" y="0"/>
              <a:chExt cx="2692907" cy="16934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692907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2692907">
                    <a:moveTo>
                      <a:pt x="84675" y="0"/>
                    </a:moveTo>
                    <a:lnTo>
                      <a:pt x="2608233" y="0"/>
                    </a:lnTo>
                    <a:cubicBezTo>
                      <a:pt x="2630690" y="0"/>
                      <a:pt x="2652227" y="8921"/>
                      <a:pt x="2668107" y="24801"/>
                    </a:cubicBezTo>
                    <a:cubicBezTo>
                      <a:pt x="2683986" y="40680"/>
                      <a:pt x="2692907" y="62218"/>
                      <a:pt x="2692907" y="84675"/>
                    </a:cubicBezTo>
                    <a:lnTo>
                      <a:pt x="2692907" y="84675"/>
                    </a:lnTo>
                    <a:cubicBezTo>
                      <a:pt x="2692907" y="107132"/>
                      <a:pt x="2683986" y="128669"/>
                      <a:pt x="2668107" y="144549"/>
                    </a:cubicBezTo>
                    <a:cubicBezTo>
                      <a:pt x="2652227" y="160428"/>
                      <a:pt x="2630690" y="169349"/>
                      <a:pt x="2608233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847577"/>
              <a:ext cx="4299629" cy="225785"/>
              <a:chOff x="0" y="0"/>
              <a:chExt cx="3224722" cy="16934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224722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3224722">
                    <a:moveTo>
                      <a:pt x="84675" y="0"/>
                    </a:moveTo>
                    <a:lnTo>
                      <a:pt x="3140047" y="0"/>
                    </a:lnTo>
                    <a:cubicBezTo>
                      <a:pt x="3162504" y="0"/>
                      <a:pt x="3184041" y="8921"/>
                      <a:pt x="3199921" y="24801"/>
                    </a:cubicBezTo>
                    <a:cubicBezTo>
                      <a:pt x="3215801" y="40680"/>
                      <a:pt x="3224722" y="62218"/>
                      <a:pt x="3224722" y="84675"/>
                    </a:cubicBezTo>
                    <a:lnTo>
                      <a:pt x="3224722" y="84675"/>
                    </a:lnTo>
                    <a:cubicBezTo>
                      <a:pt x="3224722" y="107132"/>
                      <a:pt x="3215801" y="128669"/>
                      <a:pt x="3199921" y="144549"/>
                    </a:cubicBezTo>
                    <a:cubicBezTo>
                      <a:pt x="3184041" y="160428"/>
                      <a:pt x="3162504" y="169349"/>
                      <a:pt x="3140047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847577"/>
              <a:ext cx="1421602" cy="225785"/>
              <a:chOff x="0" y="0"/>
              <a:chExt cx="1066201" cy="16934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66201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1066201">
                    <a:moveTo>
                      <a:pt x="84675" y="0"/>
                    </a:moveTo>
                    <a:lnTo>
                      <a:pt x="981527" y="0"/>
                    </a:lnTo>
                    <a:cubicBezTo>
                      <a:pt x="1003984" y="0"/>
                      <a:pt x="1025521" y="8921"/>
                      <a:pt x="1041401" y="24801"/>
                    </a:cubicBezTo>
                    <a:cubicBezTo>
                      <a:pt x="1057280" y="40680"/>
                      <a:pt x="1066201" y="62218"/>
                      <a:pt x="1066201" y="84675"/>
                    </a:cubicBezTo>
                    <a:lnTo>
                      <a:pt x="1066201" y="84675"/>
                    </a:lnTo>
                    <a:cubicBezTo>
                      <a:pt x="1066201" y="107132"/>
                      <a:pt x="1057280" y="128669"/>
                      <a:pt x="1041401" y="144549"/>
                    </a:cubicBezTo>
                    <a:cubicBezTo>
                      <a:pt x="1025521" y="160428"/>
                      <a:pt x="1003984" y="169349"/>
                      <a:pt x="981527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solidFill>
                <a:srgbClr val="FF751F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422358"/>
              <a:ext cx="4299629" cy="225785"/>
              <a:chOff x="0" y="0"/>
              <a:chExt cx="3224722" cy="16934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224722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3224722">
                    <a:moveTo>
                      <a:pt x="84675" y="0"/>
                    </a:moveTo>
                    <a:lnTo>
                      <a:pt x="3140047" y="0"/>
                    </a:lnTo>
                    <a:cubicBezTo>
                      <a:pt x="3162504" y="0"/>
                      <a:pt x="3184041" y="8921"/>
                      <a:pt x="3199921" y="24801"/>
                    </a:cubicBezTo>
                    <a:cubicBezTo>
                      <a:pt x="3215801" y="40680"/>
                      <a:pt x="3224722" y="62218"/>
                      <a:pt x="3224722" y="84675"/>
                    </a:cubicBezTo>
                    <a:lnTo>
                      <a:pt x="3224722" y="84675"/>
                    </a:lnTo>
                    <a:cubicBezTo>
                      <a:pt x="3224722" y="107132"/>
                      <a:pt x="3215801" y="128669"/>
                      <a:pt x="3199921" y="144549"/>
                    </a:cubicBezTo>
                    <a:cubicBezTo>
                      <a:pt x="3184041" y="160428"/>
                      <a:pt x="3162504" y="169349"/>
                      <a:pt x="3140047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422358"/>
              <a:ext cx="2026501" cy="225785"/>
              <a:chOff x="0" y="0"/>
              <a:chExt cx="1519876" cy="16934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519876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1519876">
                    <a:moveTo>
                      <a:pt x="84675" y="0"/>
                    </a:moveTo>
                    <a:lnTo>
                      <a:pt x="1435201" y="0"/>
                    </a:lnTo>
                    <a:cubicBezTo>
                      <a:pt x="1457658" y="0"/>
                      <a:pt x="1479196" y="8921"/>
                      <a:pt x="1495075" y="24801"/>
                    </a:cubicBezTo>
                    <a:cubicBezTo>
                      <a:pt x="1510955" y="40680"/>
                      <a:pt x="1519876" y="62218"/>
                      <a:pt x="1519876" y="84675"/>
                    </a:cubicBezTo>
                    <a:lnTo>
                      <a:pt x="1519876" y="84675"/>
                    </a:lnTo>
                    <a:cubicBezTo>
                      <a:pt x="1519876" y="107132"/>
                      <a:pt x="1510955" y="128669"/>
                      <a:pt x="1495075" y="144549"/>
                    </a:cubicBezTo>
                    <a:cubicBezTo>
                      <a:pt x="1479196" y="160428"/>
                      <a:pt x="1457658" y="169349"/>
                      <a:pt x="1435201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solidFill>
                <a:srgbClr val="3CFF0B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18190" y="1997139"/>
              <a:ext cx="4299629" cy="225785"/>
              <a:chOff x="0" y="0"/>
              <a:chExt cx="3224722" cy="16934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224722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3224722">
                    <a:moveTo>
                      <a:pt x="84675" y="0"/>
                    </a:moveTo>
                    <a:lnTo>
                      <a:pt x="3140047" y="0"/>
                    </a:lnTo>
                    <a:cubicBezTo>
                      <a:pt x="3162504" y="0"/>
                      <a:pt x="3184041" y="8921"/>
                      <a:pt x="3199921" y="24801"/>
                    </a:cubicBezTo>
                    <a:cubicBezTo>
                      <a:pt x="3215801" y="40680"/>
                      <a:pt x="3224722" y="62218"/>
                      <a:pt x="3224722" y="84675"/>
                    </a:cubicBezTo>
                    <a:lnTo>
                      <a:pt x="3224722" y="84675"/>
                    </a:lnTo>
                    <a:cubicBezTo>
                      <a:pt x="3224722" y="107132"/>
                      <a:pt x="3215801" y="128669"/>
                      <a:pt x="3199921" y="144549"/>
                    </a:cubicBezTo>
                    <a:cubicBezTo>
                      <a:pt x="3184041" y="160428"/>
                      <a:pt x="3162504" y="169349"/>
                      <a:pt x="3140047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18457" y="1997139"/>
              <a:ext cx="453464" cy="225785"/>
              <a:chOff x="0" y="0"/>
              <a:chExt cx="340098" cy="16934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40098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340098">
                    <a:moveTo>
                      <a:pt x="84675" y="0"/>
                    </a:moveTo>
                    <a:lnTo>
                      <a:pt x="255424" y="0"/>
                    </a:lnTo>
                    <a:cubicBezTo>
                      <a:pt x="277881" y="0"/>
                      <a:pt x="299418" y="8921"/>
                      <a:pt x="315298" y="24801"/>
                    </a:cubicBezTo>
                    <a:cubicBezTo>
                      <a:pt x="331177" y="40680"/>
                      <a:pt x="340098" y="62218"/>
                      <a:pt x="340098" y="84675"/>
                    </a:cubicBezTo>
                    <a:lnTo>
                      <a:pt x="340098" y="84675"/>
                    </a:lnTo>
                    <a:cubicBezTo>
                      <a:pt x="340098" y="107132"/>
                      <a:pt x="331177" y="128669"/>
                      <a:pt x="315298" y="144549"/>
                    </a:cubicBezTo>
                    <a:cubicBezTo>
                      <a:pt x="299418" y="160428"/>
                      <a:pt x="277881" y="169349"/>
                      <a:pt x="255424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18190" y="2571920"/>
              <a:ext cx="4299629" cy="225785"/>
              <a:chOff x="0" y="0"/>
              <a:chExt cx="3224722" cy="16934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224722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3224722">
                    <a:moveTo>
                      <a:pt x="84675" y="0"/>
                    </a:moveTo>
                    <a:lnTo>
                      <a:pt x="3140047" y="0"/>
                    </a:lnTo>
                    <a:cubicBezTo>
                      <a:pt x="3162504" y="0"/>
                      <a:pt x="3184041" y="8921"/>
                      <a:pt x="3199921" y="24801"/>
                    </a:cubicBezTo>
                    <a:cubicBezTo>
                      <a:pt x="3215801" y="40680"/>
                      <a:pt x="3224722" y="62218"/>
                      <a:pt x="3224722" y="84675"/>
                    </a:cubicBezTo>
                    <a:lnTo>
                      <a:pt x="3224722" y="84675"/>
                    </a:lnTo>
                    <a:cubicBezTo>
                      <a:pt x="3224722" y="107132"/>
                      <a:pt x="3215801" y="128669"/>
                      <a:pt x="3199921" y="144549"/>
                    </a:cubicBezTo>
                    <a:cubicBezTo>
                      <a:pt x="3184041" y="160428"/>
                      <a:pt x="3162504" y="169349"/>
                      <a:pt x="3140047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18457" y="2571920"/>
              <a:ext cx="367354" cy="225785"/>
              <a:chOff x="0" y="0"/>
              <a:chExt cx="275515" cy="16934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75515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275515">
                    <a:moveTo>
                      <a:pt x="84675" y="0"/>
                    </a:moveTo>
                    <a:lnTo>
                      <a:pt x="190841" y="0"/>
                    </a:lnTo>
                    <a:cubicBezTo>
                      <a:pt x="213298" y="0"/>
                      <a:pt x="234835" y="8921"/>
                      <a:pt x="250715" y="24801"/>
                    </a:cubicBezTo>
                    <a:cubicBezTo>
                      <a:pt x="266594" y="40680"/>
                      <a:pt x="275515" y="62218"/>
                      <a:pt x="275515" y="84675"/>
                    </a:cubicBezTo>
                    <a:lnTo>
                      <a:pt x="275515" y="84675"/>
                    </a:lnTo>
                    <a:cubicBezTo>
                      <a:pt x="275515" y="107132"/>
                      <a:pt x="266594" y="128669"/>
                      <a:pt x="250715" y="144549"/>
                    </a:cubicBezTo>
                    <a:cubicBezTo>
                      <a:pt x="234835" y="160428"/>
                      <a:pt x="213298" y="169349"/>
                      <a:pt x="190841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18190" y="3146701"/>
              <a:ext cx="4299629" cy="225785"/>
              <a:chOff x="0" y="0"/>
              <a:chExt cx="3224722" cy="16934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224722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3224722">
                    <a:moveTo>
                      <a:pt x="84675" y="0"/>
                    </a:moveTo>
                    <a:lnTo>
                      <a:pt x="3140047" y="0"/>
                    </a:lnTo>
                    <a:cubicBezTo>
                      <a:pt x="3162504" y="0"/>
                      <a:pt x="3184041" y="8921"/>
                      <a:pt x="3199921" y="24801"/>
                    </a:cubicBezTo>
                    <a:cubicBezTo>
                      <a:pt x="3215801" y="40680"/>
                      <a:pt x="3224722" y="62218"/>
                      <a:pt x="3224722" y="84675"/>
                    </a:cubicBezTo>
                    <a:lnTo>
                      <a:pt x="3224722" y="84675"/>
                    </a:lnTo>
                    <a:cubicBezTo>
                      <a:pt x="3224722" y="107132"/>
                      <a:pt x="3215801" y="128669"/>
                      <a:pt x="3199921" y="144549"/>
                    </a:cubicBezTo>
                    <a:cubicBezTo>
                      <a:pt x="3184041" y="160428"/>
                      <a:pt x="3162504" y="169349"/>
                      <a:pt x="3140047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18457" y="2845330"/>
              <a:ext cx="4121547" cy="546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199" b="true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HTML, CSS (Frontend), TOML/JSON/YAML</a:t>
              </a:r>
            </a:p>
            <a:p>
              <a:pPr algn="l">
                <a:lnSpc>
                  <a:spcPts val="1679"/>
                </a:lnSpc>
              </a:pP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18457" y="3144838"/>
              <a:ext cx="3819324" cy="225785"/>
              <a:chOff x="0" y="0"/>
              <a:chExt cx="2864493" cy="169349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864493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2864493">
                    <a:moveTo>
                      <a:pt x="84675" y="0"/>
                    </a:moveTo>
                    <a:lnTo>
                      <a:pt x="2779819" y="0"/>
                    </a:lnTo>
                    <a:cubicBezTo>
                      <a:pt x="2802276" y="0"/>
                      <a:pt x="2823813" y="8921"/>
                      <a:pt x="2839693" y="24801"/>
                    </a:cubicBezTo>
                    <a:cubicBezTo>
                      <a:pt x="2855572" y="40680"/>
                      <a:pt x="2864493" y="62218"/>
                      <a:pt x="2864493" y="84675"/>
                    </a:cubicBezTo>
                    <a:lnTo>
                      <a:pt x="2864493" y="84675"/>
                    </a:lnTo>
                    <a:cubicBezTo>
                      <a:pt x="2864493" y="107132"/>
                      <a:pt x="2855572" y="128669"/>
                      <a:pt x="2839693" y="144549"/>
                    </a:cubicBezTo>
                    <a:cubicBezTo>
                      <a:pt x="2823813" y="160428"/>
                      <a:pt x="2802276" y="169349"/>
                      <a:pt x="2779819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18190" y="3721482"/>
              <a:ext cx="4299629" cy="225785"/>
              <a:chOff x="0" y="0"/>
              <a:chExt cx="3224722" cy="169349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224722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3224722">
                    <a:moveTo>
                      <a:pt x="84675" y="0"/>
                    </a:moveTo>
                    <a:lnTo>
                      <a:pt x="3140047" y="0"/>
                    </a:lnTo>
                    <a:cubicBezTo>
                      <a:pt x="3162504" y="0"/>
                      <a:pt x="3184041" y="8921"/>
                      <a:pt x="3199921" y="24801"/>
                    </a:cubicBezTo>
                    <a:cubicBezTo>
                      <a:pt x="3215801" y="40680"/>
                      <a:pt x="3224722" y="62218"/>
                      <a:pt x="3224722" y="84675"/>
                    </a:cubicBezTo>
                    <a:lnTo>
                      <a:pt x="3224722" y="84675"/>
                    </a:lnTo>
                    <a:cubicBezTo>
                      <a:pt x="3224722" y="107132"/>
                      <a:pt x="3215801" y="128669"/>
                      <a:pt x="3199921" y="144549"/>
                    </a:cubicBezTo>
                    <a:cubicBezTo>
                      <a:pt x="3184041" y="160428"/>
                      <a:pt x="3162504" y="169349"/>
                      <a:pt x="3140047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18457" y="3719619"/>
              <a:ext cx="3641427" cy="225785"/>
              <a:chOff x="0" y="0"/>
              <a:chExt cx="2731070" cy="16934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731070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2731070">
                    <a:moveTo>
                      <a:pt x="84675" y="0"/>
                    </a:moveTo>
                    <a:lnTo>
                      <a:pt x="2646396" y="0"/>
                    </a:lnTo>
                    <a:cubicBezTo>
                      <a:pt x="2668853" y="0"/>
                      <a:pt x="2690390" y="8921"/>
                      <a:pt x="2706270" y="24801"/>
                    </a:cubicBezTo>
                    <a:cubicBezTo>
                      <a:pt x="2722149" y="40680"/>
                      <a:pt x="2731070" y="62218"/>
                      <a:pt x="2731070" y="84675"/>
                    </a:cubicBezTo>
                    <a:lnTo>
                      <a:pt x="2731070" y="84675"/>
                    </a:lnTo>
                    <a:cubicBezTo>
                      <a:pt x="2731070" y="107132"/>
                      <a:pt x="2722149" y="128669"/>
                      <a:pt x="2706270" y="144549"/>
                    </a:cubicBezTo>
                    <a:cubicBezTo>
                      <a:pt x="2690390" y="160428"/>
                      <a:pt x="2668853" y="169349"/>
                      <a:pt x="2646396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18190" y="4296263"/>
              <a:ext cx="4299629" cy="225785"/>
              <a:chOff x="0" y="0"/>
              <a:chExt cx="3224722" cy="169349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3224722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3224722">
                    <a:moveTo>
                      <a:pt x="84675" y="0"/>
                    </a:moveTo>
                    <a:lnTo>
                      <a:pt x="3140047" y="0"/>
                    </a:lnTo>
                    <a:cubicBezTo>
                      <a:pt x="3162504" y="0"/>
                      <a:pt x="3184041" y="8921"/>
                      <a:pt x="3199921" y="24801"/>
                    </a:cubicBezTo>
                    <a:cubicBezTo>
                      <a:pt x="3215801" y="40680"/>
                      <a:pt x="3224722" y="62218"/>
                      <a:pt x="3224722" y="84675"/>
                    </a:cubicBezTo>
                    <a:lnTo>
                      <a:pt x="3224722" y="84675"/>
                    </a:lnTo>
                    <a:cubicBezTo>
                      <a:pt x="3224722" y="107132"/>
                      <a:pt x="3215801" y="128669"/>
                      <a:pt x="3199921" y="144549"/>
                    </a:cubicBezTo>
                    <a:cubicBezTo>
                      <a:pt x="3184041" y="160428"/>
                      <a:pt x="3162504" y="169349"/>
                      <a:pt x="3140047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18457" y="4294400"/>
              <a:ext cx="3024432" cy="225785"/>
              <a:chOff x="0" y="0"/>
              <a:chExt cx="2268324" cy="169349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268324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2268324">
                    <a:moveTo>
                      <a:pt x="84675" y="0"/>
                    </a:moveTo>
                    <a:lnTo>
                      <a:pt x="2183649" y="0"/>
                    </a:lnTo>
                    <a:cubicBezTo>
                      <a:pt x="2230414" y="0"/>
                      <a:pt x="2268324" y="37910"/>
                      <a:pt x="2268324" y="84675"/>
                    </a:cubicBezTo>
                    <a:lnTo>
                      <a:pt x="2268324" y="84675"/>
                    </a:lnTo>
                    <a:cubicBezTo>
                      <a:pt x="2268324" y="107132"/>
                      <a:pt x="2259403" y="128669"/>
                      <a:pt x="2243523" y="144549"/>
                    </a:cubicBezTo>
                    <a:cubicBezTo>
                      <a:pt x="2227644" y="160428"/>
                      <a:pt x="2206106" y="169349"/>
                      <a:pt x="2183649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solidFill>
                <a:srgbClr val="3CFF0B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18190" y="4871044"/>
              <a:ext cx="4299629" cy="225785"/>
              <a:chOff x="0" y="0"/>
              <a:chExt cx="3224722" cy="16934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3224722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3224722">
                    <a:moveTo>
                      <a:pt x="84675" y="0"/>
                    </a:moveTo>
                    <a:lnTo>
                      <a:pt x="3140047" y="0"/>
                    </a:lnTo>
                    <a:cubicBezTo>
                      <a:pt x="3162504" y="0"/>
                      <a:pt x="3184041" y="8921"/>
                      <a:pt x="3199921" y="24801"/>
                    </a:cubicBezTo>
                    <a:cubicBezTo>
                      <a:pt x="3215801" y="40680"/>
                      <a:pt x="3224722" y="62218"/>
                      <a:pt x="3224722" y="84675"/>
                    </a:cubicBezTo>
                    <a:lnTo>
                      <a:pt x="3224722" y="84675"/>
                    </a:lnTo>
                    <a:cubicBezTo>
                      <a:pt x="3224722" y="107132"/>
                      <a:pt x="3215801" y="128669"/>
                      <a:pt x="3199921" y="144549"/>
                    </a:cubicBezTo>
                    <a:cubicBezTo>
                      <a:pt x="3184041" y="160428"/>
                      <a:pt x="3162504" y="169349"/>
                      <a:pt x="3140047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18457" y="4869181"/>
              <a:ext cx="1713669" cy="225785"/>
              <a:chOff x="0" y="0"/>
              <a:chExt cx="1285252" cy="169349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285252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1285252">
                    <a:moveTo>
                      <a:pt x="84675" y="0"/>
                    </a:moveTo>
                    <a:lnTo>
                      <a:pt x="1200577" y="0"/>
                    </a:lnTo>
                    <a:cubicBezTo>
                      <a:pt x="1247342" y="0"/>
                      <a:pt x="1285252" y="37910"/>
                      <a:pt x="1285252" y="84675"/>
                    </a:cubicBezTo>
                    <a:lnTo>
                      <a:pt x="1285252" y="84675"/>
                    </a:lnTo>
                    <a:cubicBezTo>
                      <a:pt x="1285252" y="107132"/>
                      <a:pt x="1276331" y="128669"/>
                      <a:pt x="1260451" y="144549"/>
                    </a:cubicBezTo>
                    <a:cubicBezTo>
                      <a:pt x="1244572" y="160428"/>
                      <a:pt x="1223034" y="169349"/>
                      <a:pt x="1200577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solidFill>
                <a:srgbClr val="3CFF0B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18190" y="5445825"/>
              <a:ext cx="4299629" cy="225785"/>
              <a:chOff x="0" y="0"/>
              <a:chExt cx="3224722" cy="169349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3224722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3224722">
                    <a:moveTo>
                      <a:pt x="84675" y="0"/>
                    </a:moveTo>
                    <a:lnTo>
                      <a:pt x="3140047" y="0"/>
                    </a:lnTo>
                    <a:cubicBezTo>
                      <a:pt x="3162504" y="0"/>
                      <a:pt x="3184041" y="8921"/>
                      <a:pt x="3199921" y="24801"/>
                    </a:cubicBezTo>
                    <a:cubicBezTo>
                      <a:pt x="3215801" y="40680"/>
                      <a:pt x="3224722" y="62218"/>
                      <a:pt x="3224722" y="84675"/>
                    </a:cubicBezTo>
                    <a:lnTo>
                      <a:pt x="3224722" y="84675"/>
                    </a:lnTo>
                    <a:cubicBezTo>
                      <a:pt x="3224722" y="107132"/>
                      <a:pt x="3215801" y="128669"/>
                      <a:pt x="3199921" y="144549"/>
                    </a:cubicBezTo>
                    <a:cubicBezTo>
                      <a:pt x="3184041" y="160428"/>
                      <a:pt x="3162504" y="169349"/>
                      <a:pt x="3140047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18457" y="5443962"/>
              <a:ext cx="3427338" cy="225785"/>
              <a:chOff x="0" y="0"/>
              <a:chExt cx="2570503" cy="16934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570504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2570504">
                    <a:moveTo>
                      <a:pt x="84675" y="0"/>
                    </a:moveTo>
                    <a:lnTo>
                      <a:pt x="2485829" y="0"/>
                    </a:lnTo>
                    <a:cubicBezTo>
                      <a:pt x="2508286" y="0"/>
                      <a:pt x="2529823" y="8921"/>
                      <a:pt x="2545703" y="24801"/>
                    </a:cubicBezTo>
                    <a:cubicBezTo>
                      <a:pt x="2561583" y="40680"/>
                      <a:pt x="2570504" y="62218"/>
                      <a:pt x="2570504" y="84675"/>
                    </a:cubicBezTo>
                    <a:lnTo>
                      <a:pt x="2570504" y="84675"/>
                    </a:lnTo>
                    <a:cubicBezTo>
                      <a:pt x="2570504" y="107132"/>
                      <a:pt x="2561583" y="128669"/>
                      <a:pt x="2545703" y="144549"/>
                    </a:cubicBezTo>
                    <a:cubicBezTo>
                      <a:pt x="2529823" y="160428"/>
                      <a:pt x="2508286" y="169349"/>
                      <a:pt x="2485829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solidFill>
                <a:srgbClr val="3CFF0B"/>
              </a:solidFill>
            </p:spPr>
          </p:sp>
        </p:grpSp>
        <p:grpSp>
          <p:nvGrpSpPr>
            <p:cNvPr name="Group 50" id="50"/>
            <p:cNvGrpSpPr/>
            <p:nvPr/>
          </p:nvGrpSpPr>
          <p:grpSpPr>
            <a:xfrm rot="0">
              <a:off x="18190" y="6013259"/>
              <a:ext cx="4299629" cy="225785"/>
              <a:chOff x="0" y="0"/>
              <a:chExt cx="3224722" cy="169349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3224722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3224722">
                    <a:moveTo>
                      <a:pt x="84675" y="0"/>
                    </a:moveTo>
                    <a:lnTo>
                      <a:pt x="3140047" y="0"/>
                    </a:lnTo>
                    <a:cubicBezTo>
                      <a:pt x="3162504" y="0"/>
                      <a:pt x="3184041" y="8921"/>
                      <a:pt x="3199921" y="24801"/>
                    </a:cubicBezTo>
                    <a:cubicBezTo>
                      <a:pt x="3215801" y="40680"/>
                      <a:pt x="3224722" y="62218"/>
                      <a:pt x="3224722" y="84675"/>
                    </a:cubicBezTo>
                    <a:lnTo>
                      <a:pt x="3224722" y="84675"/>
                    </a:lnTo>
                    <a:cubicBezTo>
                      <a:pt x="3224722" y="107132"/>
                      <a:pt x="3215801" y="128669"/>
                      <a:pt x="3199921" y="144549"/>
                    </a:cubicBezTo>
                    <a:cubicBezTo>
                      <a:pt x="3184041" y="160428"/>
                      <a:pt x="3162504" y="169349"/>
                      <a:pt x="3140047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18457" y="6011396"/>
              <a:ext cx="4016088" cy="225785"/>
              <a:chOff x="0" y="0"/>
              <a:chExt cx="3012066" cy="169349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3012066" cy="169349"/>
              </a:xfrm>
              <a:custGeom>
                <a:avLst/>
                <a:gdLst/>
                <a:ahLst/>
                <a:cxnLst/>
                <a:rect r="r" b="b" t="t" l="l"/>
                <a:pathLst>
                  <a:path h="169349" w="3012066">
                    <a:moveTo>
                      <a:pt x="84675" y="0"/>
                    </a:moveTo>
                    <a:lnTo>
                      <a:pt x="2927392" y="0"/>
                    </a:lnTo>
                    <a:cubicBezTo>
                      <a:pt x="2974156" y="0"/>
                      <a:pt x="3012066" y="37910"/>
                      <a:pt x="3012066" y="84675"/>
                    </a:cubicBezTo>
                    <a:lnTo>
                      <a:pt x="3012066" y="84675"/>
                    </a:lnTo>
                    <a:cubicBezTo>
                      <a:pt x="3012066" y="107132"/>
                      <a:pt x="3003145" y="128669"/>
                      <a:pt x="2987266" y="144549"/>
                    </a:cubicBezTo>
                    <a:cubicBezTo>
                      <a:pt x="2971386" y="160428"/>
                      <a:pt x="2949849" y="169349"/>
                      <a:pt x="2927392" y="169349"/>
                    </a:cubicBezTo>
                    <a:lnTo>
                      <a:pt x="84675" y="169349"/>
                    </a:lnTo>
                    <a:cubicBezTo>
                      <a:pt x="62218" y="169349"/>
                      <a:pt x="40680" y="160428"/>
                      <a:pt x="24801" y="144549"/>
                    </a:cubicBezTo>
                    <a:cubicBezTo>
                      <a:pt x="8921" y="128669"/>
                      <a:pt x="0" y="107132"/>
                      <a:pt x="0" y="84675"/>
                    </a:cubicBezTo>
                    <a:lnTo>
                      <a:pt x="0" y="84675"/>
                    </a:lnTo>
                    <a:cubicBezTo>
                      <a:pt x="0" y="62218"/>
                      <a:pt x="8921" y="40680"/>
                      <a:pt x="24801" y="24801"/>
                    </a:cubicBezTo>
                    <a:cubicBezTo>
                      <a:pt x="40680" y="8921"/>
                      <a:pt x="62218" y="0"/>
                      <a:pt x="84675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</p:grpSp>
        <p:sp>
          <p:nvSpPr>
            <p:cNvPr name="TextBox 54" id="54"/>
            <p:cNvSpPr txBox="true"/>
            <p:nvPr/>
          </p:nvSpPr>
          <p:spPr>
            <a:xfrm rot="0">
              <a:off x="0" y="-28575"/>
              <a:ext cx="4258270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Python, Julia (P-Langs and Data Science)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0" y="536681"/>
              <a:ext cx="4726384" cy="254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9"/>
                </a:lnSpc>
              </a:pPr>
              <a:r>
                <a:rPr lang="en-US" sz="10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JavaScript (JS, MJS) TypeScript (TS, MTS), Lua/Luau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0" y="1130512"/>
              <a:ext cx="4987100" cy="214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82"/>
                </a:lnSpc>
              </a:pPr>
              <a:r>
                <a:rPr lang="en-US" b="true" sz="98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React (Framework), Node.js, Express.js, Next.js (Backend)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18457" y="1695768"/>
              <a:ext cx="3382962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Java, C, C++, C#, Docker, Django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18457" y="2270549"/>
              <a:ext cx="3559969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Ruby, Perl, R, Rust, ASM, Kotlin, Swift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8457" y="3420111"/>
              <a:ext cx="2370733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SASS, LESS (UI, UX), XML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18457" y="3994892"/>
              <a:ext cx="2761456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SQL, DB, SQLite (DATABASE)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18457" y="4560148"/>
              <a:ext cx="4735909" cy="254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9"/>
                </a:lnSpc>
              </a:pPr>
              <a:r>
                <a:rPr lang="en-US" b="true" sz="10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Linux, Mac, Powershell, Batch, Shell, Bash (DevOps)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18457" y="5144454"/>
              <a:ext cx="4870243" cy="182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23"/>
                </a:lnSpc>
              </a:pPr>
              <a:r>
                <a:rPr lang="en-US" b="true" sz="802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Prettier/ESLint/Ruff, Vercel, Supabase, GCP, venv, pnpm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18457" y="5711888"/>
              <a:ext cx="2827139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Git, GitHub, Gitlab, Windows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80189" y="5973296"/>
              <a:ext cx="386159" cy="254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4"/>
                </a:lnSpc>
                <a:spcBef>
                  <a:spcPct val="0"/>
                </a:spcBef>
              </a:pPr>
              <a:r>
                <a:rPr lang="en-US" b="true" sz="1095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90%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80189" y="5434674"/>
              <a:ext cx="371475" cy="254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4"/>
                </a:lnSpc>
                <a:spcBef>
                  <a:spcPct val="0"/>
                </a:spcBef>
              </a:pPr>
              <a:r>
                <a:rPr lang="en-US" b="true" sz="1095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70%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64513" y="4841840"/>
              <a:ext cx="383977" cy="254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4"/>
                </a:lnSpc>
                <a:spcBef>
                  <a:spcPct val="0"/>
                </a:spcBef>
              </a:pPr>
              <a:r>
                <a:rPr lang="en-US" b="true" sz="1095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35%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61338" y="4267059"/>
              <a:ext cx="390327" cy="254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4"/>
                </a:lnSpc>
                <a:spcBef>
                  <a:spcPct val="0"/>
                </a:spcBef>
              </a:pPr>
              <a:r>
                <a:rPr lang="en-US" b="true" sz="1095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60%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62726" y="3685967"/>
              <a:ext cx="371475" cy="254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4"/>
                </a:lnSpc>
                <a:spcBef>
                  <a:spcPct val="0"/>
                </a:spcBef>
              </a:pPr>
              <a:r>
                <a:rPr lang="en-US" b="true" sz="1095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70%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65095" y="3133632"/>
              <a:ext cx="391914" cy="254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4"/>
                </a:lnSpc>
                <a:spcBef>
                  <a:spcPct val="0"/>
                </a:spcBef>
              </a:pPr>
              <a:r>
                <a:rPr lang="en-US" b="true" sz="1095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85%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98697" y="2550584"/>
              <a:ext cx="250428" cy="254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4"/>
                </a:lnSpc>
                <a:spcBef>
                  <a:spcPct val="0"/>
                </a:spcBef>
              </a:pPr>
              <a:r>
                <a:rPr lang="en-US" b="true" sz="1095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7%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85547" y="1987427"/>
              <a:ext cx="341908" cy="254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4"/>
                </a:lnSpc>
                <a:spcBef>
                  <a:spcPct val="0"/>
                </a:spcBef>
              </a:pPr>
              <a:r>
                <a:rPr lang="en-US" b="true" sz="1095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10%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35144" y="243592"/>
              <a:ext cx="392311" cy="254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4"/>
                </a:lnSpc>
                <a:spcBef>
                  <a:spcPct val="0"/>
                </a:spcBef>
              </a:pPr>
              <a:r>
                <a:rPr lang="en-US" b="true" sz="1095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80%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56177" y="791528"/>
              <a:ext cx="378023" cy="254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4"/>
                </a:lnSpc>
                <a:spcBef>
                  <a:spcPct val="0"/>
                </a:spcBef>
              </a:pPr>
              <a:r>
                <a:rPr lang="en-US" b="true" sz="1095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20%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25275" y="1393154"/>
              <a:ext cx="397272" cy="254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4"/>
                </a:lnSpc>
                <a:spcBef>
                  <a:spcPct val="0"/>
                </a:spcBef>
              </a:pPr>
              <a:r>
                <a:rPr lang="en-US" b="true" sz="1095" i="true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45%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2307282" y="7390790"/>
            <a:ext cx="542871" cy="152004"/>
          </a:xfrm>
          <a:custGeom>
            <a:avLst/>
            <a:gdLst/>
            <a:ahLst/>
            <a:cxnLst/>
            <a:rect r="r" b="b" t="t" l="l"/>
            <a:pathLst>
              <a:path h="152004" w="542871">
                <a:moveTo>
                  <a:pt x="0" y="0"/>
                </a:moveTo>
                <a:lnTo>
                  <a:pt x="542871" y="0"/>
                </a:lnTo>
                <a:lnTo>
                  <a:pt x="542871" y="152004"/>
                </a:lnTo>
                <a:lnTo>
                  <a:pt x="0" y="1520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6" id="76"/>
          <p:cNvSpPr txBox="true"/>
          <p:nvPr/>
        </p:nvSpPr>
        <p:spPr>
          <a:xfrm rot="0">
            <a:off x="307834" y="405245"/>
            <a:ext cx="3336755" cy="460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b="true" sz="1199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Cisco: HTML, CSS, Python, React, Digital Awareness.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b="true" sz="1199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IBM SkillsBuild: IT, UI-UX, Social Marketing.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b="true" sz="1199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Microsoft Learn: Cloud Computing and Services.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b="true" sz="1199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HP LIFE: Data Science, Comunicacion, Financiamiento, monetizar canal, finanzas personales.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b="true" sz="1199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Ciberseguridad, Storytelling, Ads, IA, Word, PowerPoint, Excel, Pensamiento creativo y critico, SEO.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b="true" sz="1199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Ingles EF SET B1, Video and Image Editor.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b="true" sz="1199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INTJ-A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b="true" sz="1199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Administración de sistemas Windows y Google Skills.</a:t>
            </a:r>
          </a:p>
          <a:p>
            <a:pPr algn="l" marL="259078" indent="-129539" lvl="1">
              <a:lnSpc>
                <a:spcPts val="1649"/>
              </a:lnSpc>
              <a:buFont typeface="Arial"/>
              <a:buChar char="•"/>
            </a:pPr>
            <a:r>
              <a:rPr lang="en-US" b="true" sz="1199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MIT OpenSoruce Lincese Github Distribution.</a:t>
            </a:r>
          </a:p>
          <a:p>
            <a:pPr algn="l">
              <a:lnSpc>
                <a:spcPts val="1649"/>
              </a:lnSpc>
            </a:pPr>
          </a:p>
          <a:p>
            <a:pPr algn="ctr">
              <a:lnSpc>
                <a:spcPts val="1649"/>
              </a:lnSpc>
            </a:pPr>
            <a:r>
              <a:rPr lang="en-US" b="true" sz="1199" i="true" u="sng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Muchos mas y comprobados en mi website...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676917" y="196402"/>
            <a:ext cx="1443186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CERTIFICADOS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61376" y="9772920"/>
            <a:ext cx="3917454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 ¡Gracias por leer, espero conectar contigo pronto!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27742" y="10336166"/>
            <a:ext cx="6499593" cy="1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b="true" sz="8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Doy mi consentimiento para el procesamiento de mis datos personales para el proceso de selección del puesto que solicito.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3235213" y="10015863"/>
            <a:ext cx="1847552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- Francisco Garcia A. M.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2816894" y="8842463"/>
            <a:ext cx="4341614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Competencia y demanda; dependencia de Vercel, Supabase de modelos Freemium y geo ubicación actual.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865570" y="10015863"/>
            <a:ext cx="1294656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@CiszukoAntony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3842161" y="194279"/>
            <a:ext cx="3353544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HABILIDADES EN PROGRAMACION 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643420" y="6166495"/>
            <a:ext cx="1272778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FORTALEZAS: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391742" y="7301374"/>
            <a:ext cx="1731466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OPORTUNIDADES: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820208" y="8079159"/>
            <a:ext cx="1284684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DEBILIDADES: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891125" y="9004705"/>
            <a:ext cx="1142851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AMENAZAS: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2690299" y="5649925"/>
            <a:ext cx="4666989" cy="12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Multidisciplinario; proyecto real verificable; Pensamiento analítico, estratégico y critico; Comunicación efectiva. Resolución de problemas. Trabajo en equipo y Colaboración. Gestión del tiempo y proyectos. Adaptabilidad con Capacidad de aprendizaje. Responsabilidad y Autonomía.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2816894" y="7916917"/>
            <a:ext cx="4027725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Formación universitaria; mercado full-stack; ecosistema Cloud desplegado; monetización; expansión.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2910928" y="7139132"/>
            <a:ext cx="4205991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JS inicial; Docker/Linux/VPS bajos;</a:t>
            </a:r>
          </a:p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Java/C/C++/C# básicos; PostgreSQL avanzado en desarrollo; internet inestable.</a:t>
            </a:r>
          </a:p>
        </p:txBody>
      </p:sp>
      <p:sp>
        <p:nvSpPr>
          <p:cNvPr name="Freeform 91" id="91"/>
          <p:cNvSpPr/>
          <p:nvPr/>
        </p:nvSpPr>
        <p:spPr>
          <a:xfrm flipH="false" flipV="false" rot="0">
            <a:off x="2368057" y="8168575"/>
            <a:ext cx="542871" cy="152004"/>
          </a:xfrm>
          <a:custGeom>
            <a:avLst/>
            <a:gdLst/>
            <a:ahLst/>
            <a:cxnLst/>
            <a:rect r="r" b="b" t="t" l="l"/>
            <a:pathLst>
              <a:path h="152004" w="542871">
                <a:moveTo>
                  <a:pt x="0" y="0"/>
                </a:moveTo>
                <a:lnTo>
                  <a:pt x="542871" y="0"/>
                </a:lnTo>
                <a:lnTo>
                  <a:pt x="542871" y="152004"/>
                </a:lnTo>
                <a:lnTo>
                  <a:pt x="0" y="1520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2368057" y="9094121"/>
            <a:ext cx="542871" cy="152004"/>
          </a:xfrm>
          <a:custGeom>
            <a:avLst/>
            <a:gdLst/>
            <a:ahLst/>
            <a:cxnLst/>
            <a:rect r="r" b="b" t="t" l="l"/>
            <a:pathLst>
              <a:path h="152004" w="542871">
                <a:moveTo>
                  <a:pt x="0" y="0"/>
                </a:moveTo>
                <a:lnTo>
                  <a:pt x="542871" y="0"/>
                </a:lnTo>
                <a:lnTo>
                  <a:pt x="542871" y="152004"/>
                </a:lnTo>
                <a:lnTo>
                  <a:pt x="0" y="1520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2070597" y="6255910"/>
            <a:ext cx="542871" cy="152004"/>
          </a:xfrm>
          <a:custGeom>
            <a:avLst/>
            <a:gdLst/>
            <a:ahLst/>
            <a:cxnLst/>
            <a:rect r="r" b="b" t="t" l="l"/>
            <a:pathLst>
              <a:path h="152004" w="542871">
                <a:moveTo>
                  <a:pt x="0" y="0"/>
                </a:moveTo>
                <a:lnTo>
                  <a:pt x="542871" y="0"/>
                </a:lnTo>
                <a:lnTo>
                  <a:pt x="542871" y="152004"/>
                </a:lnTo>
                <a:lnTo>
                  <a:pt x="0" y="1520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DAHW_odI_Ro</dc:identifier>
  <dcterms:modified xsi:type="dcterms:W3CDTF">2011-08-01T06:04:30Z</dcterms:modified>
  <cp:revision>1</cp:revision>
  <dc:title>CV-Curriculum-Custom-Francisco_Garcia_Menolascina_Antonio-2026-Oficial</dc:title>
</cp:coreProperties>
</file>